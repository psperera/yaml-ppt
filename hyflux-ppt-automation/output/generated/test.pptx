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6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  <p:sldMasterId id="2147483903" r:id="rId5"/>
    <p:sldMasterId id="2147483869" r:id="rId6"/>
  </p:sldMasterIdLst>
  <p:notesMasterIdLst>
    <p:notesMasterId r:id="rId613"/>
  </p:notesMasterIdLst>
  <p:handoutMasterIdLst>
    <p:handoutMasterId r:id="rId614"/>
  </p:handoutMasterIdLst>
  <p:sldIdLst>
    <p:sldId id="256" r:id="rId17"/>
    <p:sldId id="257" r:id="rId18"/>
  </p:sldIdLst>
  <p:sldSz cx="12188825" cy="6858000"/>
  <p:notesSz cx="6858000" cy="9144000"/>
  <p:custDataLst>
    <p:tags r:id="rId615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AD610E9D-37C5-4F14-B8C4-233D88DAE091}">
          <p14:sldIdLst>
            <p14:sldId id="323"/>
            <p14:sldId id="861"/>
            <p14:sldId id="347"/>
            <p14:sldId id="348"/>
            <p14:sldId id="324"/>
            <p14:sldId id="325"/>
            <p14:sldId id="349"/>
            <p14:sldId id="315"/>
            <p14:sldId id="329"/>
            <p14:sldId id="326"/>
            <p14:sldId id="346"/>
            <p14:sldId id="327"/>
            <p14:sldId id="328"/>
            <p14:sldId id="317"/>
            <p14:sldId id="554"/>
          </p14:sldIdLst>
        </p14:section>
        <p14:section name="Template slides" id="{ED528D42-6668-47B7-8A1D-98C302046947}">
          <p14:sldIdLst>
            <p14:sldId id="330"/>
            <p14:sldId id="294"/>
            <p14:sldId id="295"/>
            <p14:sldId id="297"/>
            <p14:sldId id="340"/>
            <p14:sldId id="341"/>
            <p14:sldId id="322"/>
            <p14:sldId id="321"/>
            <p14:sldId id="342"/>
            <p14:sldId id="332"/>
            <p14:sldId id="318"/>
            <p14:sldId id="338"/>
            <p14:sldId id="339"/>
            <p14:sldId id="319"/>
            <p14:sldId id="320"/>
            <p14:sldId id="278"/>
            <p14:sldId id="279"/>
            <p14:sldId id="264"/>
            <p14:sldId id="337"/>
            <p14:sldId id="345"/>
            <p14:sldId id="281"/>
            <p14:sldId id="270"/>
            <p14:sldId id="343"/>
            <p14:sldId id="271"/>
            <p14:sldId id="344"/>
            <p14:sldId id="335"/>
            <p14:sldId id="262"/>
            <p14:sldId id="256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257"/>
            <p14:sldId id="258"/>
            <p14:sldId id="259"/>
            <p14:sldId id="260"/>
            <p14:sldId id="261"/>
            <p14:sldId id="350"/>
            <p14:sldId id="263"/>
            <p14:sldId id="267"/>
            <p14:sldId id="351"/>
            <p14:sldId id="265"/>
            <p14:sldId id="266"/>
            <p14:sldId id="268"/>
            <p14:sldId id="269"/>
            <p14:sldId id="352"/>
            <p14:sldId id="353"/>
            <p14:sldId id="272"/>
            <p14:sldId id="273"/>
            <p14:sldId id="274"/>
            <p14:sldId id="275"/>
            <p14:sldId id="276"/>
            <p14:sldId id="277"/>
            <p14:sldId id="354"/>
            <p14:sldId id="355"/>
            <p14:sldId id="280"/>
            <p14:sldId id="3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57"/>
            <p14:sldId id="358"/>
            <p14:sldId id="296"/>
            <p14:sldId id="359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0"/>
            <p14:sldId id="31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31"/>
            <p14:sldId id="375"/>
            <p14:sldId id="333"/>
            <p14:sldId id="334"/>
            <p14:sldId id="376"/>
            <p14:sldId id="33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37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pos="7398">
          <p15:clr>
            <a:srgbClr val="A4A3A4"/>
          </p15:clr>
        </p15:guide>
        <p15:guide id="8" pos="1583" userDrawn="1">
          <p15:clr>
            <a:srgbClr val="A4A3A4"/>
          </p15:clr>
        </p15:guide>
        <p15:guide id="9" pos="6695" userDrawn="1">
          <p15:clr>
            <a:srgbClr val="A4A3A4"/>
          </p15:clr>
        </p15:guide>
        <p15:guide id="10" pos="42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las, Thomas (BHGE)" initials="MT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79"/>
    <a:srgbClr val="1FA5B8"/>
    <a:srgbClr val="020435"/>
    <a:srgbClr val="05322B"/>
    <a:srgbClr val="FCB714"/>
    <a:srgbClr val="DB8220"/>
    <a:srgbClr val="043029"/>
    <a:srgbClr val="1D2920"/>
    <a:srgbClr val="949494"/>
    <a:srgbClr val="0F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9C8F9-8A45-451A-BEC1-B2C232EA8E70}" v="1" dt="2025-07-22T07:07:17.807"/>
    <p1510:client id="{C0FA68C6-F668-BD7A-503D-E70D358FC376}" v="2" dt="2025-07-21T09:37:39.717"/>
  </p1510:revLst>
</p1510:revInfo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48"/>
        <p:guide pos="3863"/>
        <p:guide orient="horz" pos="1039"/>
        <p:guide orient="horz" pos="864"/>
        <p:guide orient="horz" pos="3744"/>
        <p:guide orient="horz" pos="4152"/>
        <p:guide pos="7398"/>
        <p:guide pos="1583"/>
        <p:guide pos="6695"/>
        <p:guide pos="422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3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613" Type="http://schemas.openxmlformats.org/officeDocument/2006/relationships/notesMaster" Target="notesMasters/notesMaster1.xml"/><Relationship Id="rId614" Type="http://schemas.openxmlformats.org/officeDocument/2006/relationships/handoutMaster" Target="handoutMasters/handoutMaster1.xml"/><Relationship Id="rId615" Type="http://schemas.openxmlformats.org/officeDocument/2006/relationships/tags" Target="tags/tag1.xml"/><Relationship Id="rId616" Type="http://schemas.openxmlformats.org/officeDocument/2006/relationships/commentAuthors" Target="commentAuthors.xml"/><Relationship Id="rId617" Type="http://schemas.openxmlformats.org/officeDocument/2006/relationships/presProps" Target="presProps.xml"/><Relationship Id="rId618" Type="http://schemas.openxmlformats.org/officeDocument/2006/relationships/viewProps" Target="viewProps.xml"/><Relationship Id="rId619" Type="http://schemas.openxmlformats.org/officeDocument/2006/relationships/theme" Target="theme/theme1.xml"/><Relationship Id="rId620" Type="http://schemas.openxmlformats.org/officeDocument/2006/relationships/tableStyles" Target="tableStyles.xml"/><Relationship Id="rId621" Type="http://schemas.microsoft.com/office/2016/11/relationships/changesInfo" Target="changesInfos/changesInfo1.xml"/><Relationship Id="rId6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rera" userId="S::paul.perera@hyflux.aero::d429b3ec-9a30-4f46-95bf-12ff0d607f4e" providerId="AD" clId="Web-{C0FA68C6-F668-BD7A-503D-E70D358FC376}"/>
    <pc:docChg chg="addSld sldOrd modSection">
      <pc:chgData name="Paul Perera" userId="S::paul.perera@hyflux.aero::d429b3ec-9a30-4f46-95bf-12ff0d607f4e" providerId="AD" clId="Web-{C0FA68C6-F668-BD7A-503D-E70D358FC376}" dt="2025-07-21T09:37:39.717" v="1"/>
      <pc:docMkLst>
        <pc:docMk/>
      </pc:docMkLst>
      <pc:sldChg chg="ord">
        <pc:chgData name="Paul Perera" userId="S::paul.perera@hyflux.aero::d429b3ec-9a30-4f46-95bf-12ff0d607f4e" providerId="AD" clId="Web-{C0FA68C6-F668-BD7A-503D-E70D358FC376}" dt="2025-07-21T09:34:09.819" v="0"/>
        <pc:sldMkLst>
          <pc:docMk/>
          <pc:sldMk cId="1102871997" sldId="323"/>
        </pc:sldMkLst>
      </pc:sldChg>
      <pc:sldChg chg="new">
        <pc:chgData name="Paul Perera" userId="S::paul.perera@hyflux.aero::d429b3ec-9a30-4f46-95bf-12ff0d607f4e" providerId="AD" clId="Web-{C0FA68C6-F668-BD7A-503D-E70D358FC376}" dt="2025-07-21T09:37:39.717" v="1"/>
        <pc:sldMkLst>
          <pc:docMk/>
          <pc:sldMk cId="1623223718" sldId="861"/>
        </pc:sldMkLst>
      </pc:sldChg>
    </pc:docChg>
  </pc:docChgLst>
  <pc:docChgLst>
    <pc:chgData name="Gareth Smith" userId="S::gareth.smith@hyflux.aero::a957caf4-324a-4e0c-8023-c15da750e66e" providerId="AD" clId="Web-{73CD80D6-9935-F635-0252-AC017B8B5C1E}"/>
    <pc:docChg chg="sldOrd">
      <pc:chgData name="Gareth Smith" userId="S::gareth.smith@hyflux.aero::a957caf4-324a-4e0c-8023-c15da750e66e" providerId="AD" clId="Web-{73CD80D6-9935-F635-0252-AC017B8B5C1E}" dt="2025-02-14T16:24:50.612" v="0"/>
      <pc:docMkLst>
        <pc:docMk/>
      </pc:docMkLst>
      <pc:sldChg chg="ord">
        <pc:chgData name="Gareth Smith" userId="S::gareth.smith@hyflux.aero::a957caf4-324a-4e0c-8023-c15da750e66e" providerId="AD" clId="Web-{73CD80D6-9935-F635-0252-AC017B8B5C1E}" dt="2025-02-14T16:24:50.612" v="0"/>
        <pc:sldMkLst>
          <pc:docMk/>
          <pc:sldMk cId="3188274972" sldId="339"/>
        </pc:sldMkLst>
      </pc:sldChg>
    </pc:docChg>
  </pc:docChgLst>
  <pc:docChgLst>
    <pc:chgData name="Paul Perera" userId="a68b93c3-8f64-4c9e-9a22-0aad42aadfce" providerId="ADAL" clId="{6EF9F110-6528-5041-B01C-65377393AA63}"/>
    <pc:docChg chg="custSel modSld">
      <pc:chgData name="Paul Perera" userId="a68b93c3-8f64-4c9e-9a22-0aad42aadfce" providerId="ADAL" clId="{6EF9F110-6528-5041-B01C-65377393AA63}" dt="2024-01-21T18:41:39.663" v="129" actId="14826"/>
      <pc:docMkLst>
        <pc:docMk/>
      </pc:docMkLst>
      <pc:sldChg chg="addSp modSp mod modClrScheme chgLayout">
        <pc:chgData name="Paul Perera" userId="a68b93c3-8f64-4c9e-9a22-0aad42aadfce" providerId="ADAL" clId="{6EF9F110-6528-5041-B01C-65377393AA63}" dt="2024-01-21T16:22:17.518" v="0" actId="700"/>
        <pc:sldMkLst>
          <pc:docMk/>
          <pc:sldMk cId="0" sldId="261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4.422" v="2" actId="700"/>
        <pc:sldMkLst>
          <pc:docMk/>
          <pc:sldMk cId="0" sldId="26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0.487" v="4" actId="700"/>
        <pc:sldMkLst>
          <pc:docMk/>
          <pc:sldMk cId="0" sldId="272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3.666" v="5" actId="700"/>
        <pc:sldMkLst>
          <pc:docMk/>
          <pc:sldMk cId="0" sldId="27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6.461" v="6" actId="700"/>
        <pc:sldMkLst>
          <pc:docMk/>
          <pc:sldMk cId="0" sldId="274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9.511" v="7" actId="700"/>
        <pc:sldMkLst>
          <pc:docMk/>
          <pc:sldMk cId="0" sldId="27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3.372" v="8" actId="700"/>
        <pc:sldMkLst>
          <pc:docMk/>
          <pc:sldMk cId="0" sldId="30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7.275" v="9" actId="700"/>
        <pc:sldMkLst>
          <pc:docMk/>
          <pc:sldMk cId="0" sldId="30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1.052" v="10" actId="700"/>
        <pc:sldMkLst>
          <pc:docMk/>
          <pc:sldMk cId="0" sldId="307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4.289" v="11" actId="700"/>
        <pc:sldMkLst>
          <pc:docMk/>
          <pc:sldMk cId="0" sldId="308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7.151" v="12" actId="700"/>
        <pc:sldMkLst>
          <pc:docMk/>
          <pc:sldMk cId="0" sldId="309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9.650" v="13" actId="700"/>
        <pc:sldMkLst>
          <pc:docMk/>
          <pc:sldMk cId="0" sldId="31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2.664" v="14" actId="700"/>
        <pc:sldMkLst>
          <pc:docMk/>
          <pc:sldMk cId="0" sldId="31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4.947" v="15" actId="700"/>
        <pc:sldMkLst>
          <pc:docMk/>
          <pc:sldMk cId="0" sldId="31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7.777" v="16" actId="700"/>
        <pc:sldMkLst>
          <pc:docMk/>
          <pc:sldMk cId="0" sldId="31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0.441" v="17" actId="700"/>
        <pc:sldMkLst>
          <pc:docMk/>
          <pc:sldMk cId="0" sldId="31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5.804" v="19" actId="700"/>
        <pc:sldMkLst>
          <pc:docMk/>
          <pc:sldMk cId="0" sldId="316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0.095" v="34" actId="700"/>
        <pc:sldMkLst>
          <pc:docMk/>
          <pc:sldMk cId="0" sldId="33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6.380" v="36" actId="700"/>
        <pc:sldMkLst>
          <pc:docMk/>
          <pc:sldMk cId="0" sldId="33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8.870" v="37" actId="700"/>
        <pc:sldMkLst>
          <pc:docMk/>
          <pc:sldMk cId="0" sldId="33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8.522" v="39" actId="700"/>
        <pc:sldMkLst>
          <pc:docMk/>
          <pc:sldMk cId="0" sldId="336"/>
        </pc:sldMkLst>
      </pc:sldChg>
      <pc:sldChg chg="modSp">
        <pc:chgData name="Paul Perera" userId="a68b93c3-8f64-4c9e-9a22-0aad42aadfce" providerId="ADAL" clId="{6EF9F110-6528-5041-B01C-65377393AA63}" dt="2024-01-21T18:41:39.663" v="129" actId="14826"/>
        <pc:sldMkLst>
          <pc:docMk/>
          <pc:sldMk cId="518328559" sldId="34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0.840" v="1" actId="700"/>
        <pc:sldMkLst>
          <pc:docMk/>
          <pc:sldMk cId="0" sldId="350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9.372" v="3" actId="700"/>
        <pc:sldMkLst>
          <pc:docMk/>
          <pc:sldMk cId="0" sldId="35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3.176" v="18" actId="700"/>
        <pc:sldMkLst>
          <pc:docMk/>
          <pc:sldMk cId="0" sldId="36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8.263" v="20" actId="700"/>
        <pc:sldMkLst>
          <pc:docMk/>
          <pc:sldMk cId="0" sldId="36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0.903" v="21" actId="700"/>
        <pc:sldMkLst>
          <pc:docMk/>
          <pc:sldMk cId="0" sldId="36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3.597" v="22" actId="700"/>
        <pc:sldMkLst>
          <pc:docMk/>
          <pc:sldMk cId="0" sldId="36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6.915" v="23" actId="700"/>
        <pc:sldMkLst>
          <pc:docMk/>
          <pc:sldMk cId="0" sldId="36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3.203" v="24" actId="700"/>
        <pc:sldMkLst>
          <pc:docMk/>
          <pc:sldMk cId="0" sldId="36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6.608" v="25" actId="700"/>
        <pc:sldMkLst>
          <pc:docMk/>
          <pc:sldMk cId="0" sldId="36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9.655" v="26" actId="700"/>
        <pc:sldMkLst>
          <pc:docMk/>
          <pc:sldMk cId="0" sldId="367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2.280" v="27" actId="700"/>
        <pc:sldMkLst>
          <pc:docMk/>
          <pc:sldMk cId="0" sldId="368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4.649" v="28" actId="700"/>
        <pc:sldMkLst>
          <pc:docMk/>
          <pc:sldMk cId="0" sldId="369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7.055" v="29" actId="700"/>
        <pc:sldMkLst>
          <pc:docMk/>
          <pc:sldMk cId="0" sldId="370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0.216" v="30" actId="700"/>
        <pc:sldMkLst>
          <pc:docMk/>
          <pc:sldMk cId="0" sldId="37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2.537" v="31" actId="700"/>
        <pc:sldMkLst>
          <pc:docMk/>
          <pc:sldMk cId="0" sldId="372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5.242" v="32" actId="700"/>
        <pc:sldMkLst>
          <pc:docMk/>
          <pc:sldMk cId="0" sldId="37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7.733" v="33" actId="700"/>
        <pc:sldMkLst>
          <pc:docMk/>
          <pc:sldMk cId="0" sldId="374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3.663" v="35" actId="700"/>
        <pc:sldMkLst>
          <pc:docMk/>
          <pc:sldMk cId="0" sldId="37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4.472" v="38" actId="700"/>
        <pc:sldMkLst>
          <pc:docMk/>
          <pc:sldMk cId="0" sldId="37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1.138" v="40" actId="700"/>
        <pc:sldMkLst>
          <pc:docMk/>
          <pc:sldMk cId="0" sldId="37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3.536" v="41" actId="700"/>
        <pc:sldMkLst>
          <pc:docMk/>
          <pc:sldMk cId="0" sldId="378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25:21.243" v="43" actId="700"/>
        <pc:sldMkLst>
          <pc:docMk/>
          <pc:sldMk cId="0" sldId="37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4.865" v="44" actId="700"/>
        <pc:sldMkLst>
          <pc:docMk/>
          <pc:sldMk cId="0" sldId="38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7.172" v="45" actId="700"/>
        <pc:sldMkLst>
          <pc:docMk/>
          <pc:sldMk cId="0" sldId="38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9.388" v="46" actId="700"/>
        <pc:sldMkLst>
          <pc:docMk/>
          <pc:sldMk cId="0" sldId="38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1.886" v="47" actId="700"/>
        <pc:sldMkLst>
          <pc:docMk/>
          <pc:sldMk cId="0" sldId="38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4.145" v="48" actId="700"/>
        <pc:sldMkLst>
          <pc:docMk/>
          <pc:sldMk cId="0" sldId="38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6.250" v="49" actId="700"/>
        <pc:sldMkLst>
          <pc:docMk/>
          <pc:sldMk cId="0" sldId="38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8.268" v="50" actId="700"/>
        <pc:sldMkLst>
          <pc:docMk/>
          <pc:sldMk cId="0" sldId="38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0.365" v="51" actId="700"/>
        <pc:sldMkLst>
          <pc:docMk/>
          <pc:sldMk cId="0" sldId="38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2.600" v="52" actId="700"/>
        <pc:sldMkLst>
          <pc:docMk/>
          <pc:sldMk cId="0" sldId="388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4.685" v="53" actId="700"/>
        <pc:sldMkLst>
          <pc:docMk/>
          <pc:sldMk cId="0" sldId="38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6.858" v="54" actId="700"/>
        <pc:sldMkLst>
          <pc:docMk/>
          <pc:sldMk cId="0" sldId="39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8.892" v="55" actId="700"/>
        <pc:sldMkLst>
          <pc:docMk/>
          <pc:sldMk cId="0" sldId="39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0.954" v="56" actId="700"/>
        <pc:sldMkLst>
          <pc:docMk/>
          <pc:sldMk cId="0" sldId="39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2.901" v="57" actId="700"/>
        <pc:sldMkLst>
          <pc:docMk/>
          <pc:sldMk cId="0" sldId="39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5.016" v="58" actId="700"/>
        <pc:sldMkLst>
          <pc:docMk/>
          <pc:sldMk cId="0" sldId="39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7.306" v="59" actId="700"/>
        <pc:sldMkLst>
          <pc:docMk/>
          <pc:sldMk cId="0" sldId="39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9.855" v="60" actId="700"/>
        <pc:sldMkLst>
          <pc:docMk/>
          <pc:sldMk cId="0" sldId="39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1.986" v="61" actId="700"/>
        <pc:sldMkLst>
          <pc:docMk/>
          <pc:sldMk cId="0" sldId="39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6.486" v="62" actId="700"/>
        <pc:sldMkLst>
          <pc:docMk/>
          <pc:sldMk cId="0" sldId="39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9.261" v="63" actId="700"/>
        <pc:sldMkLst>
          <pc:docMk/>
          <pc:sldMk cId="0" sldId="39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1.428" v="64" actId="700"/>
        <pc:sldMkLst>
          <pc:docMk/>
          <pc:sldMk cId="0" sldId="40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3.702" v="65" actId="700"/>
        <pc:sldMkLst>
          <pc:docMk/>
          <pc:sldMk cId="0" sldId="40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6.397" v="66" actId="700"/>
        <pc:sldMkLst>
          <pc:docMk/>
          <pc:sldMk cId="0" sldId="40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8.585" v="67" actId="700"/>
        <pc:sldMkLst>
          <pc:docMk/>
          <pc:sldMk cId="0" sldId="40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0.743" v="68" actId="700"/>
        <pc:sldMkLst>
          <pc:docMk/>
          <pc:sldMk cId="0" sldId="40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2.712" v="69" actId="700"/>
        <pc:sldMkLst>
          <pc:docMk/>
          <pc:sldMk cId="0" sldId="40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4.751" v="70" actId="700"/>
        <pc:sldMkLst>
          <pc:docMk/>
          <pc:sldMk cId="0" sldId="40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7.216" v="71" actId="700"/>
        <pc:sldMkLst>
          <pc:docMk/>
          <pc:sldMk cId="0" sldId="40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9.361" v="72" actId="700"/>
        <pc:sldMkLst>
          <pc:docMk/>
          <pc:sldMk cId="0" sldId="40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1.452" v="73" actId="700"/>
        <pc:sldMkLst>
          <pc:docMk/>
          <pc:sldMk cId="0" sldId="40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3.586" v="74" actId="700"/>
        <pc:sldMkLst>
          <pc:docMk/>
          <pc:sldMk cId="0" sldId="41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5.531" v="75" actId="700"/>
        <pc:sldMkLst>
          <pc:docMk/>
          <pc:sldMk cId="0" sldId="41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7.675" v="76" actId="700"/>
        <pc:sldMkLst>
          <pc:docMk/>
          <pc:sldMk cId="0" sldId="41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9.765" v="77" actId="700"/>
        <pc:sldMkLst>
          <pc:docMk/>
          <pc:sldMk cId="0" sldId="41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1.894" v="78" actId="700"/>
        <pc:sldMkLst>
          <pc:docMk/>
          <pc:sldMk cId="0" sldId="41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4.003" v="79" actId="700"/>
        <pc:sldMkLst>
          <pc:docMk/>
          <pc:sldMk cId="0" sldId="41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6.255" v="80" actId="700"/>
        <pc:sldMkLst>
          <pc:docMk/>
          <pc:sldMk cId="0" sldId="41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0.433" v="81" actId="700"/>
        <pc:sldMkLst>
          <pc:docMk/>
          <pc:sldMk cId="0" sldId="41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2.665" v="82" actId="700"/>
        <pc:sldMkLst>
          <pc:docMk/>
          <pc:sldMk cId="0" sldId="41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4.670" v="83" actId="700"/>
        <pc:sldMkLst>
          <pc:docMk/>
          <pc:sldMk cId="0" sldId="41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6.721" v="84" actId="700"/>
        <pc:sldMkLst>
          <pc:docMk/>
          <pc:sldMk cId="0" sldId="42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8.693" v="85" actId="700"/>
        <pc:sldMkLst>
          <pc:docMk/>
          <pc:sldMk cId="0" sldId="421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1.277" v="86" actId="700"/>
        <pc:sldMkLst>
          <pc:docMk/>
          <pc:sldMk cId="0" sldId="422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4.039" v="87" actId="700"/>
        <pc:sldMkLst>
          <pc:docMk/>
          <pc:sldMk cId="0" sldId="423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30:57.234" v="112" actId="21"/>
        <pc:sldMkLst>
          <pc:docMk/>
          <pc:sldMk cId="0" sldId="424"/>
        </pc:sldMkLst>
      </pc:sldChg>
      <pc:sldChg chg="modSp">
        <pc:chgData name="Paul Perera" userId="a68b93c3-8f64-4c9e-9a22-0aad42aadfce" providerId="ADAL" clId="{6EF9F110-6528-5041-B01C-65377393AA63}" dt="2024-01-21T16:30:07.578" v="105" actId="207"/>
        <pc:sldMkLst>
          <pc:docMk/>
          <pc:sldMk cId="0" sldId="425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5.670" v="113" actId="700"/>
        <pc:sldMkLst>
          <pc:docMk/>
          <pc:sldMk cId="0" sldId="426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9.985" v="114" actId="700"/>
        <pc:sldMkLst>
          <pc:docMk/>
          <pc:sldMk cId="0" sldId="427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3.022" v="115" actId="700"/>
        <pc:sldMkLst>
          <pc:docMk/>
          <pc:sldMk cId="0" sldId="428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5.290" v="116" actId="700"/>
        <pc:sldMkLst>
          <pc:docMk/>
          <pc:sldMk cId="0" sldId="429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8.729" v="117" actId="700"/>
        <pc:sldMkLst>
          <pc:docMk/>
          <pc:sldMk cId="0" sldId="430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0.994" v="118" actId="700"/>
        <pc:sldMkLst>
          <pc:docMk/>
          <pc:sldMk cId="0" sldId="431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3.254" v="119" actId="700"/>
        <pc:sldMkLst>
          <pc:docMk/>
          <pc:sldMk cId="0" sldId="432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1.692" v="120" actId="700"/>
        <pc:sldMkLst>
          <pc:docMk/>
          <pc:sldMk cId="0" sldId="433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5.225" v="121" actId="700"/>
        <pc:sldMkLst>
          <pc:docMk/>
          <pc:sldMk cId="0" sldId="434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3.793" v="124" actId="700"/>
        <pc:sldMkLst>
          <pc:docMk/>
          <pc:sldMk cId="0" sldId="435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1.356" v="123" actId="700"/>
        <pc:sldMkLst>
          <pc:docMk/>
          <pc:sldMk cId="0" sldId="436"/>
        </pc:sldMkLst>
      </pc:sldChg>
      <pc:sldChg chg="addSp modSp mod modClrScheme chgLayout">
        <pc:chgData name="Paul Perera" userId="a68b93c3-8f64-4c9e-9a22-0aad42aadfce" providerId="ADAL" clId="{6EF9F110-6528-5041-B01C-65377393AA63}" dt="2024-01-21T16:59:28.102" v="122" actId="700"/>
        <pc:sldMkLst>
          <pc:docMk/>
          <pc:sldMk cId="0" sldId="437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1.245" v="126" actId="700"/>
        <pc:sldMkLst>
          <pc:docMk/>
          <pc:sldMk cId="0" sldId="438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8.303" v="125" actId="700"/>
        <pc:sldMkLst>
          <pc:docMk/>
          <pc:sldMk cId="0" sldId="439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3.855" v="127" actId="700"/>
        <pc:sldMkLst>
          <pc:docMk/>
          <pc:sldMk cId="0" sldId="440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7.645" v="128" actId="700"/>
        <pc:sldMkLst>
          <pc:docMk/>
          <pc:sldMk cId="0" sldId="441"/>
        </pc:sldMkLst>
      </pc:sldChg>
    </pc:docChg>
  </pc:docChgLst>
  <pc:docChgLst>
    <pc:chgData name="Paul Perera" userId="S::paul.perera@hyflux.aero::d429b3ec-9a30-4f46-95bf-12ff0d607f4e" providerId="AD" clId="Web-{24B20FDA-ACA5-2CA1-9802-6474D64CD1B9}"/>
    <pc:docChg chg="modSld">
      <pc:chgData name="Paul Perera" userId="S::paul.perera@hyflux.aero::d429b3ec-9a30-4f46-95bf-12ff0d607f4e" providerId="AD" clId="Web-{24B20FDA-ACA5-2CA1-9802-6474D64CD1B9}" dt="2025-02-14T17:52:36.292" v="1" actId="20577"/>
      <pc:docMkLst>
        <pc:docMk/>
      </pc:docMkLst>
      <pc:sldChg chg="modSp">
        <pc:chgData name="Paul Perera" userId="S::paul.perera@hyflux.aero::d429b3ec-9a30-4f46-95bf-12ff0d607f4e" providerId="AD" clId="Web-{24B20FDA-ACA5-2CA1-9802-6474D64CD1B9}" dt="2025-02-14T17:52:36.292" v="1" actId="20577"/>
        <pc:sldMkLst>
          <pc:docMk/>
          <pc:sldMk cId="1102871997" sldId="323"/>
        </pc:sldMkLst>
      </pc:sldChg>
    </pc:docChg>
  </pc:docChgLst>
  <pc:docChgLst>
    <pc:chgData name="Paul Perera" userId="S::paul.perera@hyflux.aero::d429b3ec-9a30-4f46-95bf-12ff0d607f4e" providerId="AD" clId="Web-{ABCE7139-AEE3-07A3-674E-5AFB80C505CB}"/>
    <pc:docChg chg="addSld delSld modSld modSection">
      <pc:chgData name="Paul Perera" userId="S::paul.perera@hyflux.aero::d429b3ec-9a30-4f46-95bf-12ff0d607f4e" providerId="AD" clId="Web-{ABCE7139-AEE3-07A3-674E-5AFB80C505CB}" dt="2025-02-14T16:23:52.675" v="63"/>
      <pc:docMkLst>
        <pc:docMk/>
      </pc:docMkLst>
      <pc:sldChg chg="modSp">
        <pc:chgData name="Paul Perera" userId="S::paul.perera@hyflux.aero::d429b3ec-9a30-4f46-95bf-12ff0d607f4e" providerId="AD" clId="Web-{ABCE7139-AEE3-07A3-674E-5AFB80C505CB}" dt="2025-02-14T16:08:34.983" v="22" actId="20577"/>
        <pc:sldMkLst>
          <pc:docMk/>
          <pc:sldMk cId="0" sldId="551"/>
        </pc:sldMkLst>
      </pc:sldChg>
      <pc:sldChg chg="modSp">
        <pc:chgData name="Paul Perera" userId="S::paul.perera@hyflux.aero::d429b3ec-9a30-4f46-95bf-12ff0d607f4e" providerId="AD" clId="Web-{ABCE7139-AEE3-07A3-674E-5AFB80C505CB}" dt="2025-02-14T15:48:53.067" v="4" actId="14100"/>
        <pc:sldMkLst>
          <pc:docMk/>
          <pc:sldMk cId="0" sldId="568"/>
        </pc:sldMkLst>
      </pc:sldChg>
      <pc:sldChg chg="delSp">
        <pc:chgData name="Paul Perera" userId="S::paul.perera@hyflux.aero::d429b3ec-9a30-4f46-95bf-12ff0d607f4e" providerId="AD" clId="Web-{ABCE7139-AEE3-07A3-674E-5AFB80C505CB}" dt="2025-02-14T15:50:05.615" v="6"/>
        <pc:sldMkLst>
          <pc:docMk/>
          <pc:sldMk cId="0" sldId="576"/>
        </pc:sldMkLst>
      </pc:sldChg>
      <pc:sldChg chg="delSp modSp">
        <pc:chgData name="Paul Perera" userId="S::paul.perera@hyflux.aero::d429b3ec-9a30-4f46-95bf-12ff0d607f4e" providerId="AD" clId="Web-{ABCE7139-AEE3-07A3-674E-5AFB80C505CB}" dt="2025-02-14T15:50:43.116" v="9"/>
        <pc:sldMkLst>
          <pc:docMk/>
          <pc:sldMk cId="0" sldId="577"/>
        </pc:sldMkLst>
      </pc:sldChg>
      <pc:sldChg chg="delSp">
        <pc:chgData name="Paul Perera" userId="S::paul.perera@hyflux.aero::d429b3ec-9a30-4f46-95bf-12ff0d607f4e" providerId="AD" clId="Web-{ABCE7139-AEE3-07A3-674E-5AFB80C505CB}" dt="2025-02-14T15:51:20.101" v="11"/>
        <pc:sldMkLst>
          <pc:docMk/>
          <pc:sldMk cId="0" sldId="578"/>
        </pc:sldMkLst>
      </pc:sldChg>
      <pc:sldChg chg="delSp modSp add del">
        <pc:chgData name="Paul Perera" userId="S::paul.perera@hyflux.aero::d429b3ec-9a30-4f46-95bf-12ff0d607f4e" providerId="AD" clId="Web-{ABCE7139-AEE3-07A3-674E-5AFB80C505CB}" dt="2025-02-14T15:56:18.592" v="16"/>
        <pc:sldMkLst>
          <pc:docMk/>
          <pc:sldMk cId="0" sldId="579"/>
        </pc:sldMkLst>
      </pc:sldChg>
      <pc:sldChg chg="delSp">
        <pc:chgData name="Paul Perera" userId="S::paul.perera@hyflux.aero::d429b3ec-9a30-4f46-95bf-12ff0d607f4e" providerId="AD" clId="Web-{ABCE7139-AEE3-07A3-674E-5AFB80C505CB}" dt="2025-02-14T16:04:56.510" v="17"/>
        <pc:sldMkLst>
          <pc:docMk/>
          <pc:sldMk cId="0" sldId="580"/>
        </pc:sldMkLst>
      </pc:sldChg>
      <pc:sldChg chg="delSp">
        <pc:chgData name="Paul Perera" userId="S::paul.perera@hyflux.aero::d429b3ec-9a30-4f46-95bf-12ff0d607f4e" providerId="AD" clId="Web-{ABCE7139-AEE3-07A3-674E-5AFB80C505CB}" dt="2025-02-14T16:05:30.714" v="19"/>
        <pc:sldMkLst>
          <pc:docMk/>
          <pc:sldMk cId="0" sldId="581"/>
        </pc:sldMkLst>
      </pc:sldChg>
      <pc:sldChg chg="delSp">
        <pc:chgData name="Paul Perera" userId="S::paul.perera@hyflux.aero::d429b3ec-9a30-4f46-95bf-12ff0d607f4e" providerId="AD" clId="Web-{ABCE7139-AEE3-07A3-674E-5AFB80C505CB}" dt="2025-02-14T16:05:52.402" v="21"/>
        <pc:sldMkLst>
          <pc:docMk/>
          <pc:sldMk cId="0" sldId="582"/>
        </pc:sldMkLst>
      </pc:sldChg>
      <pc:sldChg chg="addSp delSp">
        <pc:chgData name="Paul Perera" userId="S::paul.perera@hyflux.aero::d429b3ec-9a30-4f46-95bf-12ff0d607f4e" providerId="AD" clId="Web-{ABCE7139-AEE3-07A3-674E-5AFB80C505CB}" dt="2025-02-14T16:23:52.675" v="63"/>
        <pc:sldMkLst>
          <pc:docMk/>
          <pc:sldMk cId="0" sldId="688"/>
        </pc:sldMkLst>
      </pc:sldChg>
      <pc:sldChg chg="delSp">
        <pc:chgData name="Paul Perera" userId="S::paul.perera@hyflux.aero::d429b3ec-9a30-4f46-95bf-12ff0d607f4e" providerId="AD" clId="Web-{ABCE7139-AEE3-07A3-674E-5AFB80C505CB}" dt="2025-02-14T16:20:56.109" v="58"/>
        <pc:sldMkLst>
          <pc:docMk/>
          <pc:sldMk cId="0" sldId="689"/>
        </pc:sldMkLst>
      </pc:sldChg>
      <pc:sldChg chg="delSp">
        <pc:chgData name="Paul Perera" userId="S::paul.perera@hyflux.aero::d429b3ec-9a30-4f46-95bf-12ff0d607f4e" providerId="AD" clId="Web-{ABCE7139-AEE3-07A3-674E-5AFB80C505CB}" dt="2025-02-14T16:20:42.234" v="56"/>
        <pc:sldMkLst>
          <pc:docMk/>
          <pc:sldMk cId="0" sldId="690"/>
        </pc:sldMkLst>
      </pc:sldChg>
      <pc:sldChg chg="delSp">
        <pc:chgData name="Paul Perera" userId="S::paul.perera@hyflux.aero::d429b3ec-9a30-4f46-95bf-12ff0d607f4e" providerId="AD" clId="Web-{ABCE7139-AEE3-07A3-674E-5AFB80C505CB}" dt="2025-02-14T16:20:29.171" v="54"/>
        <pc:sldMkLst>
          <pc:docMk/>
          <pc:sldMk cId="0" sldId="691"/>
        </pc:sldMkLst>
      </pc:sldChg>
      <pc:sldChg chg="delSp modSp">
        <pc:chgData name="Paul Perera" userId="S::paul.perera@hyflux.aero::d429b3ec-9a30-4f46-95bf-12ff0d607f4e" providerId="AD" clId="Web-{ABCE7139-AEE3-07A3-674E-5AFB80C505CB}" dt="2025-02-14T16:20:16.155" v="52" actId="1076"/>
        <pc:sldMkLst>
          <pc:docMk/>
          <pc:sldMk cId="0" sldId="692"/>
        </pc:sldMkLst>
      </pc:sldChg>
      <pc:sldChg chg="delSp">
        <pc:chgData name="Paul Perera" userId="S::paul.perera@hyflux.aero::d429b3ec-9a30-4f46-95bf-12ff0d607f4e" providerId="AD" clId="Web-{ABCE7139-AEE3-07A3-674E-5AFB80C505CB}" dt="2025-02-14T16:18:58.653" v="44"/>
        <pc:sldMkLst>
          <pc:docMk/>
          <pc:sldMk cId="0" sldId="693"/>
        </pc:sldMkLst>
      </pc:sldChg>
      <pc:sldChg chg="delSp">
        <pc:chgData name="Paul Perera" userId="S::paul.perera@hyflux.aero::d429b3ec-9a30-4f46-95bf-12ff0d607f4e" providerId="AD" clId="Web-{ABCE7139-AEE3-07A3-674E-5AFB80C505CB}" dt="2025-02-14T16:18:47.590" v="43"/>
        <pc:sldMkLst>
          <pc:docMk/>
          <pc:sldMk cId="0" sldId="694"/>
        </pc:sldMkLst>
      </pc:sldChg>
      <pc:sldChg chg="delSp">
        <pc:chgData name="Paul Perera" userId="S::paul.perera@hyflux.aero::d429b3ec-9a30-4f46-95bf-12ff0d607f4e" providerId="AD" clId="Web-{ABCE7139-AEE3-07A3-674E-5AFB80C505CB}" dt="2025-02-14T16:18:29.809" v="42"/>
        <pc:sldMkLst>
          <pc:docMk/>
          <pc:sldMk cId="0" sldId="695"/>
        </pc:sldMkLst>
      </pc:sldChg>
      <pc:sldChg chg="delSp">
        <pc:chgData name="Paul Perera" userId="S::paul.perera@hyflux.aero::d429b3ec-9a30-4f46-95bf-12ff0d607f4e" providerId="AD" clId="Web-{ABCE7139-AEE3-07A3-674E-5AFB80C505CB}" dt="2025-02-14T16:16:23.431" v="41"/>
        <pc:sldMkLst>
          <pc:docMk/>
          <pc:sldMk cId="0" sldId="696"/>
        </pc:sldMkLst>
      </pc:sldChg>
      <pc:sldChg chg="delSp">
        <pc:chgData name="Paul Perera" userId="S::paul.perera@hyflux.aero::d429b3ec-9a30-4f46-95bf-12ff0d607f4e" providerId="AD" clId="Web-{ABCE7139-AEE3-07A3-674E-5AFB80C505CB}" dt="2025-02-14T16:16:00.821" v="40"/>
        <pc:sldMkLst>
          <pc:docMk/>
          <pc:sldMk cId="0" sldId="697"/>
        </pc:sldMkLst>
      </pc:sldChg>
      <pc:sldChg chg="delSp">
        <pc:chgData name="Paul Perera" userId="S::paul.perera@hyflux.aero::d429b3ec-9a30-4f46-95bf-12ff0d607f4e" providerId="AD" clId="Web-{ABCE7139-AEE3-07A3-674E-5AFB80C505CB}" dt="2025-02-14T16:15:19.273" v="39"/>
        <pc:sldMkLst>
          <pc:docMk/>
          <pc:sldMk cId="0" sldId="698"/>
        </pc:sldMkLst>
      </pc:sldChg>
      <pc:sldChg chg="delSp">
        <pc:chgData name="Paul Perera" userId="S::paul.perera@hyflux.aero::d429b3ec-9a30-4f46-95bf-12ff0d607f4e" providerId="AD" clId="Web-{ABCE7139-AEE3-07A3-674E-5AFB80C505CB}" dt="2025-02-14T16:14:44.819" v="38"/>
        <pc:sldMkLst>
          <pc:docMk/>
          <pc:sldMk cId="0" sldId="699"/>
        </pc:sldMkLst>
      </pc:sldChg>
      <pc:sldChg chg="delSp">
        <pc:chgData name="Paul Perera" userId="S::paul.perera@hyflux.aero::d429b3ec-9a30-4f46-95bf-12ff0d607f4e" providerId="AD" clId="Web-{ABCE7139-AEE3-07A3-674E-5AFB80C505CB}" dt="2025-02-14T16:14:30.054" v="37"/>
        <pc:sldMkLst>
          <pc:docMk/>
          <pc:sldMk cId="0" sldId="700"/>
        </pc:sldMkLst>
      </pc:sldChg>
      <pc:sldChg chg="addSp delSp">
        <pc:chgData name="Paul Perera" userId="S::paul.perera@hyflux.aero::d429b3ec-9a30-4f46-95bf-12ff0d607f4e" providerId="AD" clId="Web-{ABCE7139-AEE3-07A3-674E-5AFB80C505CB}" dt="2025-02-14T16:13:16.364" v="36"/>
        <pc:sldMkLst>
          <pc:docMk/>
          <pc:sldMk cId="0" sldId="701"/>
        </pc:sldMkLst>
      </pc:sldChg>
      <pc:sldChg chg="delSp">
        <pc:chgData name="Paul Perera" userId="S::paul.perera@hyflux.aero::d429b3ec-9a30-4f46-95bf-12ff0d607f4e" providerId="AD" clId="Web-{ABCE7139-AEE3-07A3-674E-5AFB80C505CB}" dt="2025-02-14T16:10:49.971" v="24"/>
        <pc:sldMkLst>
          <pc:docMk/>
          <pc:sldMk cId="0" sldId="702"/>
        </pc:sldMkLst>
      </pc:sldChg>
      <pc:sldChg chg="delSp">
        <pc:chgData name="Paul Perera" userId="S::paul.perera@hyflux.aero::d429b3ec-9a30-4f46-95bf-12ff0d607f4e" providerId="AD" clId="Web-{ABCE7139-AEE3-07A3-674E-5AFB80C505CB}" dt="2025-02-14T16:11:10.690" v="25"/>
        <pc:sldMkLst>
          <pc:docMk/>
          <pc:sldMk cId="0" sldId="703"/>
        </pc:sldMkLst>
      </pc:sldChg>
      <pc:sldChg chg="delSp modSp">
        <pc:chgData name="Paul Perera" userId="S::paul.perera@hyflux.aero::d429b3ec-9a30-4f46-95bf-12ff0d607f4e" providerId="AD" clId="Web-{ABCE7139-AEE3-07A3-674E-5AFB80C505CB}" dt="2025-02-14T16:12:47.739" v="34" actId="20577"/>
        <pc:sldMkLst>
          <pc:docMk/>
          <pc:sldMk cId="0" sldId="704"/>
        </pc:sldMkLst>
      </pc:sldChg>
    </pc:docChg>
  </pc:docChgLst>
  <pc:docChgLst>
    <pc:chgData name="Paul Perera" userId="a68b93c3-8f64-4c9e-9a22-0aad42aadfce" providerId="ADAL" clId="{904B3950-C32A-3C4F-B09F-4AA2F9393004}"/>
    <pc:docChg chg="undo custSel modSld modMainMaster">
      <pc:chgData name="Paul Perera" userId="a68b93c3-8f64-4c9e-9a22-0aad42aadfce" providerId="ADAL" clId="{904B3950-C32A-3C4F-B09F-4AA2F9393004}" dt="2024-01-21T14:42:10.854" v="365" actId="20577"/>
      <pc:docMkLst>
        <pc:docMk/>
      </pc:docMkLst>
      <pc:sldChg chg="modSp mod">
        <pc:chgData name="Paul Perera" userId="a68b93c3-8f64-4c9e-9a22-0aad42aadfce" providerId="ADAL" clId="{904B3950-C32A-3C4F-B09F-4AA2F9393004}" dt="2024-01-21T14:31:32.057" v="42" actId="1076"/>
        <pc:sldMkLst>
          <pc:docMk/>
          <pc:sldMk cId="0" sldId="261"/>
        </pc:sldMkLst>
      </pc:sldChg>
      <pc:sldChg chg="addSp delSp modSp mod">
        <pc:chgData name="Paul Perera" userId="a68b93c3-8f64-4c9e-9a22-0aad42aadfce" providerId="ADAL" clId="{904B3950-C32A-3C4F-B09F-4AA2F9393004}" dt="2024-01-21T14:32:38.221" v="101" actId="478"/>
        <pc:sldMkLst>
          <pc:docMk/>
          <pc:sldMk cId="0" sldId="263"/>
        </pc:sldMkLst>
      </pc:sldChg>
      <pc:sldChg chg="addSp delSp modSp mod">
        <pc:chgData name="Paul Perera" userId="a68b93c3-8f64-4c9e-9a22-0aad42aadfce" providerId="ADAL" clId="{904B3950-C32A-3C4F-B09F-4AA2F9393004}" dt="2024-01-21T14:32:17.328" v="74" actId="1076"/>
        <pc:sldMkLst>
          <pc:docMk/>
          <pc:sldMk cId="0" sldId="265"/>
        </pc:sldMkLst>
      </pc:sldChg>
      <pc:sldChg chg="addSp delSp modSp mod">
        <pc:chgData name="Paul Perera" userId="a68b93c3-8f64-4c9e-9a22-0aad42aadfce" providerId="ADAL" clId="{904B3950-C32A-3C4F-B09F-4AA2F9393004}" dt="2024-01-21T14:34:19.233" v="109" actId="20577"/>
        <pc:sldMkLst>
          <pc:docMk/>
          <pc:sldMk cId="0" sldId="266"/>
        </pc:sldMkLst>
      </pc:sldChg>
      <pc:sldChg chg="addSp delSp modSp mod">
        <pc:chgData name="Paul Perera" userId="a68b93c3-8f64-4c9e-9a22-0aad42aadfce" providerId="ADAL" clId="{904B3950-C32A-3C4F-B09F-4AA2F9393004}" dt="2024-01-21T14:32:25.993" v="85" actId="478"/>
        <pc:sldMkLst>
          <pc:docMk/>
          <pc:sldMk cId="0" sldId="267"/>
        </pc:sldMkLst>
      </pc:sldChg>
      <pc:sldChg chg="addSp delSp modSp mod">
        <pc:chgData name="Paul Perera" userId="a68b93c3-8f64-4c9e-9a22-0aad42aadfce" providerId="ADAL" clId="{904B3950-C32A-3C4F-B09F-4AA2F9393004}" dt="2024-01-21T14:34:31.661" v="120" actId="478"/>
        <pc:sldMkLst>
          <pc:docMk/>
          <pc:sldMk cId="0" sldId="268"/>
        </pc:sldMkLst>
      </pc:sldChg>
      <pc:sldChg chg="addSp delSp modSp mod">
        <pc:chgData name="Paul Perera" userId="a68b93c3-8f64-4c9e-9a22-0aad42aadfce" providerId="ADAL" clId="{904B3950-C32A-3C4F-B09F-4AA2F9393004}" dt="2024-01-21T14:34:47.864" v="133" actId="20577"/>
        <pc:sldMkLst>
          <pc:docMk/>
          <pc:sldMk cId="0" sldId="269"/>
        </pc:sldMkLst>
      </pc:sldChg>
      <pc:sldChg chg="addSp delSp modSp mod">
        <pc:chgData name="Paul Perera" userId="a68b93c3-8f64-4c9e-9a22-0aad42aadfce" providerId="ADAL" clId="{904B3950-C32A-3C4F-B09F-4AA2F9393004}" dt="2024-01-21T14:35:15.631" v="157" actId="1076"/>
        <pc:sldMkLst>
          <pc:docMk/>
          <pc:sldMk cId="0" sldId="272"/>
        </pc:sldMkLst>
      </pc:sldChg>
      <pc:sldChg chg="addSp delSp modSp mod">
        <pc:chgData name="Paul Perera" userId="a68b93c3-8f64-4c9e-9a22-0aad42aadfce" providerId="ADAL" clId="{904B3950-C32A-3C4F-B09F-4AA2F9393004}" dt="2024-01-21T14:35:28.869" v="167" actId="1076"/>
        <pc:sldMkLst>
          <pc:docMk/>
          <pc:sldMk cId="0" sldId="273"/>
        </pc:sldMkLst>
      </pc:sldChg>
      <pc:sldChg chg="addSp delSp modSp mod">
        <pc:chgData name="Paul Perera" userId="a68b93c3-8f64-4c9e-9a22-0aad42aadfce" providerId="ADAL" clId="{904B3950-C32A-3C4F-B09F-4AA2F9393004}" dt="2024-01-21T14:35:43.519" v="175" actId="1076"/>
        <pc:sldMkLst>
          <pc:docMk/>
          <pc:sldMk cId="0" sldId="274"/>
        </pc:sldMkLst>
      </pc:sldChg>
      <pc:sldChg chg="addSp delSp modSp mod">
        <pc:chgData name="Paul Perera" userId="a68b93c3-8f64-4c9e-9a22-0aad42aadfce" providerId="ADAL" clId="{904B3950-C32A-3C4F-B09F-4AA2F9393004}" dt="2024-01-21T14:35:56.773" v="191" actId="1076"/>
        <pc:sldMkLst>
          <pc:docMk/>
          <pc:sldMk cId="0" sldId="275"/>
        </pc:sldMkLst>
      </pc:sldChg>
      <pc:sldChg chg="addSp delSp modSp mod">
        <pc:chgData name="Paul Perera" userId="a68b93c3-8f64-4c9e-9a22-0aad42aadfce" providerId="ADAL" clId="{904B3950-C32A-3C4F-B09F-4AA2F9393004}" dt="2024-01-21T14:36:08.145" v="195"/>
        <pc:sldMkLst>
          <pc:docMk/>
          <pc:sldMk cId="0" sldId="276"/>
        </pc:sldMkLst>
      </pc:sldChg>
      <pc:sldChg chg="addSp delSp modSp mod">
        <pc:chgData name="Paul Perera" userId="a68b93c3-8f64-4c9e-9a22-0aad42aadfce" providerId="ADAL" clId="{904B3950-C32A-3C4F-B09F-4AA2F9393004}" dt="2024-01-21T14:36:29.194" v="201" actId="20577"/>
        <pc:sldMkLst>
          <pc:docMk/>
          <pc:sldMk cId="0" sldId="277"/>
        </pc:sldMkLst>
      </pc:sldChg>
      <pc:sldChg chg="addSp delSp modSp mod">
        <pc:chgData name="Paul Perera" userId="a68b93c3-8f64-4c9e-9a22-0aad42aadfce" providerId="ADAL" clId="{904B3950-C32A-3C4F-B09F-4AA2F9393004}" dt="2024-01-21T14:38:08.204" v="266" actId="1076"/>
        <pc:sldMkLst>
          <pc:docMk/>
          <pc:sldMk cId="0" sldId="280"/>
        </pc:sldMkLst>
      </pc:sldChg>
      <pc:sldChg chg="addSp delSp modSp">
        <pc:chgData name="Paul Perera" userId="a68b93c3-8f64-4c9e-9a22-0aad42aadfce" providerId="ADAL" clId="{904B3950-C32A-3C4F-B09F-4AA2F9393004}" dt="2024-01-21T14:39:55.478" v="290" actId="1076"/>
        <pc:sldMkLst>
          <pc:docMk/>
          <pc:sldMk cId="0" sldId="283"/>
        </pc:sldMkLst>
      </pc:sldChg>
      <pc:sldChg chg="addSp delSp modSp">
        <pc:chgData name="Paul Perera" userId="a68b93c3-8f64-4c9e-9a22-0aad42aadfce" providerId="ADAL" clId="{904B3950-C32A-3C4F-B09F-4AA2F9393004}" dt="2024-01-21T14:40:56.435" v="331" actId="1076"/>
        <pc:sldMkLst>
          <pc:docMk/>
          <pc:sldMk cId="0" sldId="284"/>
        </pc:sldMkLst>
      </pc:sldChg>
      <pc:sldChg chg="modSp">
        <pc:chgData name="Paul Perera" userId="a68b93c3-8f64-4c9e-9a22-0aad42aadfce" providerId="ADAL" clId="{904B3950-C32A-3C4F-B09F-4AA2F9393004}" dt="2024-01-21T14:39:03.855" v="267" actId="1076"/>
        <pc:sldMkLst>
          <pc:docMk/>
          <pc:sldMk cId="0" sldId="285"/>
        </pc:sldMkLst>
      </pc:sldChg>
      <pc:sldChg chg="addSp delSp modSp">
        <pc:chgData name="Paul Perera" userId="a68b93c3-8f64-4c9e-9a22-0aad42aadfce" providerId="ADAL" clId="{904B3950-C32A-3C4F-B09F-4AA2F9393004}" dt="2024-01-21T14:41:39.584" v="347" actId="20577"/>
        <pc:sldMkLst>
          <pc:docMk/>
          <pc:sldMk cId="0" sldId="286"/>
        </pc:sldMkLst>
      </pc:sldChg>
      <pc:sldChg chg="addSp delSp modSp">
        <pc:chgData name="Paul Perera" userId="a68b93c3-8f64-4c9e-9a22-0aad42aadfce" providerId="ADAL" clId="{904B3950-C32A-3C4F-B09F-4AA2F9393004}" dt="2024-01-21T14:41:56.095" v="356" actId="20577"/>
        <pc:sldMkLst>
          <pc:docMk/>
          <pc:sldMk cId="0" sldId="287"/>
        </pc:sldMkLst>
      </pc:sldChg>
      <pc:sldChg chg="addSp delSp modSp">
        <pc:chgData name="Paul Perera" userId="a68b93c3-8f64-4c9e-9a22-0aad42aadfce" providerId="ADAL" clId="{904B3950-C32A-3C4F-B09F-4AA2F9393004}" dt="2024-01-21T14:42:10.854" v="365" actId="20577"/>
        <pc:sldMkLst>
          <pc:docMk/>
          <pc:sldMk cId="0" sldId="288"/>
        </pc:sldMkLst>
      </pc:sldChg>
      <pc:sldChg chg="addSp delSp modSp mod">
        <pc:chgData name="Paul Perera" userId="a68b93c3-8f64-4c9e-9a22-0aad42aadfce" providerId="ADAL" clId="{904B3950-C32A-3C4F-B09F-4AA2F9393004}" dt="2024-01-21T14:32:06.674" v="64" actId="478"/>
        <pc:sldMkLst>
          <pc:docMk/>
          <pc:sldMk cId="0" sldId="351"/>
        </pc:sldMkLst>
      </pc:sldChg>
      <pc:sldChg chg="addSp delSp modSp mod">
        <pc:chgData name="Paul Perera" userId="a68b93c3-8f64-4c9e-9a22-0aad42aadfce" providerId="ADAL" clId="{904B3950-C32A-3C4F-B09F-4AA2F9393004}" dt="2024-01-21T14:34:56.620" v="142" actId="20577"/>
        <pc:sldMkLst>
          <pc:docMk/>
          <pc:sldMk cId="0" sldId="352"/>
        </pc:sldMkLst>
      </pc:sldChg>
      <pc:sldChg chg="addSp delSp modSp mod">
        <pc:chgData name="Paul Perera" userId="a68b93c3-8f64-4c9e-9a22-0aad42aadfce" providerId="ADAL" clId="{904B3950-C32A-3C4F-B09F-4AA2F9393004}" dt="2024-01-21T14:35:03.441" v="151" actId="20577"/>
        <pc:sldMkLst>
          <pc:docMk/>
          <pc:sldMk cId="0" sldId="353"/>
        </pc:sldMkLst>
      </pc:sldChg>
      <pc:sldChg chg="addSp delSp modSp mod">
        <pc:chgData name="Paul Perera" userId="a68b93c3-8f64-4c9e-9a22-0aad42aadfce" providerId="ADAL" clId="{904B3950-C32A-3C4F-B09F-4AA2F9393004}" dt="2024-01-21T14:36:45.415" v="218" actId="20577"/>
        <pc:sldMkLst>
          <pc:docMk/>
          <pc:sldMk cId="0" sldId="354"/>
        </pc:sldMkLst>
      </pc:sldChg>
      <pc:sldChg chg="addSp delSp modSp mod">
        <pc:chgData name="Paul Perera" userId="a68b93c3-8f64-4c9e-9a22-0aad42aadfce" providerId="ADAL" clId="{904B3950-C32A-3C4F-B09F-4AA2F9393004}" dt="2024-01-21T14:37:30.456" v="243" actId="1076"/>
        <pc:sldMkLst>
          <pc:docMk/>
          <pc:sldMk cId="0" sldId="355"/>
        </pc:sldMkLst>
      </pc:sldChg>
      <pc:sldMasterChg chg="modSldLayout">
        <pc:chgData name="Paul Perera" userId="a68b93c3-8f64-4c9e-9a22-0aad42aadfce" providerId="ADAL" clId="{904B3950-C32A-3C4F-B09F-4AA2F9393004}" dt="2024-01-21T14:33:20.682" v="105" actId="2711"/>
        <pc:sldMasterMkLst>
          <pc:docMk/>
          <pc:sldMasterMk cId="1929362325" sldId="2147483767"/>
        </pc:sldMasterMkLst>
        <pc:sldLayoutChg chg="modSp mod">
          <pc:chgData name="Paul Perera" userId="a68b93c3-8f64-4c9e-9a22-0aad42aadfce" providerId="ADAL" clId="{904B3950-C32A-3C4F-B09F-4AA2F9393004}" dt="2024-01-21T14:33:20.682" v="105" actId="2711"/>
          <pc:sldLayoutMkLst>
            <pc:docMk/>
            <pc:sldMasterMk cId="1929362325" sldId="2147483767"/>
            <pc:sldLayoutMk cId="778737192" sldId="2147483940"/>
          </pc:sldLayoutMkLst>
        </pc:sldLayoutChg>
        <pc:sldLayoutChg chg="modSp mod">
          <pc:chgData name="Paul Perera" userId="a68b93c3-8f64-4c9e-9a22-0aad42aadfce" providerId="ADAL" clId="{904B3950-C32A-3C4F-B09F-4AA2F9393004}" dt="2024-01-21T14:33:08.575" v="103" actId="2711"/>
          <pc:sldLayoutMkLst>
            <pc:docMk/>
            <pc:sldMasterMk cId="1929362325" sldId="2147483767"/>
            <pc:sldLayoutMk cId="4071937757" sldId="2147483941"/>
          </pc:sldLayoutMkLst>
        </pc:sldLayoutChg>
      </pc:sldMasterChg>
    </pc:docChg>
  </pc:docChgLst>
  <pc:docChgLst>
    <pc:chgData name="Paul Perera" userId="S::paul.perera@hyflux.aero::d429b3ec-9a30-4f46-95bf-12ff0d607f4e" providerId="AD" clId="Web-{B1BD4225-F4C0-FD40-6441-6CAA42365132}"/>
    <pc:docChg chg="modSld">
      <pc:chgData name="Paul Perera" userId="S::paul.perera@hyflux.aero::d429b3ec-9a30-4f46-95bf-12ff0d607f4e" providerId="AD" clId="Web-{B1BD4225-F4C0-FD40-6441-6CAA42365132}" dt="2025-02-14T18:01:22.499" v="59" actId="20577"/>
      <pc:docMkLst>
        <pc:docMk/>
      </pc:docMkLst>
      <pc:sldChg chg="modSp">
        <pc:chgData name="Paul Perera" userId="S::paul.perera@hyflux.aero::d429b3ec-9a30-4f46-95bf-12ff0d607f4e" providerId="AD" clId="Web-{B1BD4225-F4C0-FD40-6441-6CAA42365132}" dt="2025-02-14T17:54:39.395" v="16" actId="20577"/>
        <pc:sldMkLst>
          <pc:docMk/>
          <pc:sldMk cId="1727799589" sldId="315"/>
        </pc:sldMkLst>
      </pc:sldChg>
      <pc:sldChg chg="modSp">
        <pc:chgData name="Paul Perera" userId="S::paul.perera@hyflux.aero::d429b3ec-9a30-4f46-95bf-12ff0d607f4e" providerId="AD" clId="Web-{B1BD4225-F4C0-FD40-6441-6CAA42365132}" dt="2025-02-14T17:55:40.334" v="33" actId="20577"/>
        <pc:sldMkLst>
          <pc:docMk/>
          <pc:sldMk cId="2879219313" sldId="317"/>
        </pc:sldMkLst>
      </pc:sldChg>
      <pc:sldChg chg="modSp">
        <pc:chgData name="Paul Perera" userId="S::paul.perera@hyflux.aero::d429b3ec-9a30-4f46-95bf-12ff0d607f4e" providerId="AD" clId="Web-{B1BD4225-F4C0-FD40-6441-6CAA42365132}" dt="2025-02-14T17:54:19.660" v="5" actId="20577"/>
        <pc:sldMkLst>
          <pc:docMk/>
          <pc:sldMk cId="1059162" sldId="324"/>
        </pc:sldMkLst>
      </pc:sldChg>
      <pc:sldChg chg="modSp">
        <pc:chgData name="Paul Perera" userId="S::paul.perera@hyflux.aero::d429b3ec-9a30-4f46-95bf-12ff0d607f4e" providerId="AD" clId="Web-{B1BD4225-F4C0-FD40-6441-6CAA42365132}" dt="2025-02-14T17:54:30.629" v="9" actId="20577"/>
        <pc:sldMkLst>
          <pc:docMk/>
          <pc:sldMk cId="3916358723" sldId="325"/>
        </pc:sldMkLst>
      </pc:sldChg>
      <pc:sldChg chg="modSp">
        <pc:chgData name="Paul Perera" userId="S::paul.perera@hyflux.aero::d429b3ec-9a30-4f46-95bf-12ff0d607f4e" providerId="AD" clId="Web-{B1BD4225-F4C0-FD40-6441-6CAA42365132}" dt="2025-02-14T17:55:19.443" v="28" actId="20577"/>
        <pc:sldMkLst>
          <pc:docMk/>
          <pc:sldMk cId="4137350899" sldId="326"/>
        </pc:sldMkLst>
      </pc:sldChg>
      <pc:sldChg chg="modSp">
        <pc:chgData name="Paul Perera" userId="S::paul.perera@hyflux.aero::d429b3ec-9a30-4f46-95bf-12ff0d607f4e" providerId="AD" clId="Web-{B1BD4225-F4C0-FD40-6441-6CAA42365132}" dt="2025-02-14T17:55:26.881" v="31" actId="20577"/>
        <pc:sldMkLst>
          <pc:docMk/>
          <pc:sldMk cId="3454636459" sldId="328"/>
        </pc:sldMkLst>
      </pc:sldChg>
      <pc:sldChg chg="modSp">
        <pc:chgData name="Paul Perera" userId="S::paul.perera@hyflux.aero::d429b3ec-9a30-4f46-95bf-12ff0d607f4e" providerId="AD" clId="Web-{B1BD4225-F4C0-FD40-6441-6CAA42365132}" dt="2025-02-14T17:55:12.177" v="26" actId="20577"/>
        <pc:sldMkLst>
          <pc:docMk/>
          <pc:sldMk cId="1773808683" sldId="329"/>
        </pc:sldMkLst>
      </pc:sldChg>
      <pc:sldChg chg="modSp">
        <pc:chgData name="Paul Perera" userId="S::paul.perera@hyflux.aero::d429b3ec-9a30-4f46-95bf-12ff0d607f4e" providerId="AD" clId="Web-{B1BD4225-F4C0-FD40-6441-6CAA42365132}" dt="2025-02-14T18:00:56.530" v="38" actId="20577"/>
        <pc:sldMkLst>
          <pc:docMk/>
          <pc:sldMk cId="2997945588" sldId="330"/>
        </pc:sldMkLst>
      </pc:sldChg>
      <pc:sldChg chg="modSp">
        <pc:chgData name="Paul Perera" userId="S::paul.perera@hyflux.aero::d429b3ec-9a30-4f46-95bf-12ff0d607f4e" providerId="AD" clId="Web-{B1BD4225-F4C0-FD40-6441-6CAA42365132}" dt="2025-02-14T18:01:22.499" v="59" actId="20577"/>
        <pc:sldMkLst>
          <pc:docMk/>
          <pc:sldMk cId="3102338436" sldId="340"/>
        </pc:sldMkLst>
      </pc:sldChg>
      <pc:sldChg chg="modSp">
        <pc:chgData name="Paul Perera" userId="S::paul.perera@hyflux.aero::d429b3ec-9a30-4f46-95bf-12ff0d607f4e" providerId="AD" clId="Web-{B1BD4225-F4C0-FD40-6441-6CAA42365132}" dt="2025-02-14T17:55:23.053" v="29" actId="20577"/>
        <pc:sldMkLst>
          <pc:docMk/>
          <pc:sldMk cId="4097270947" sldId="346"/>
        </pc:sldMkLst>
      </pc:sldChg>
      <pc:sldChg chg="modSp">
        <pc:chgData name="Paul Perera" userId="S::paul.perera@hyflux.aero::d429b3ec-9a30-4f46-95bf-12ff0d607f4e" providerId="AD" clId="Web-{B1BD4225-F4C0-FD40-6441-6CAA42365132}" dt="2025-02-14T17:54:10.488" v="0" actId="20577"/>
        <pc:sldMkLst>
          <pc:docMk/>
          <pc:sldMk cId="2940207598" sldId="347"/>
        </pc:sldMkLst>
      </pc:sldChg>
      <pc:sldChg chg="modSp">
        <pc:chgData name="Paul Perera" userId="S::paul.perera@hyflux.aero::d429b3ec-9a30-4f46-95bf-12ff0d607f4e" providerId="AD" clId="Web-{B1BD4225-F4C0-FD40-6441-6CAA42365132}" dt="2025-02-14T17:54:15.129" v="2" actId="20577"/>
        <pc:sldMkLst>
          <pc:docMk/>
          <pc:sldMk cId="2462124172" sldId="348"/>
        </pc:sldMkLst>
      </pc:sldChg>
      <pc:sldChg chg="modSp">
        <pc:chgData name="Paul Perera" userId="S::paul.perera@hyflux.aero::d429b3ec-9a30-4f46-95bf-12ff0d607f4e" providerId="AD" clId="Web-{B1BD4225-F4C0-FD40-6441-6CAA42365132}" dt="2025-02-14T17:54:35.958" v="14" actId="20577"/>
        <pc:sldMkLst>
          <pc:docMk/>
          <pc:sldMk cId="2173082663" sldId="349"/>
        </pc:sldMkLst>
      </pc:sldChg>
      <pc:sldChg chg="modSp">
        <pc:chgData name="Paul Perera" userId="S::paul.perera@hyflux.aero::d429b3ec-9a30-4f46-95bf-12ff0d607f4e" providerId="AD" clId="Web-{B1BD4225-F4C0-FD40-6441-6CAA42365132}" dt="2025-02-14T18:00:51.889" v="37" actId="20577"/>
        <pc:sldMkLst>
          <pc:docMk/>
          <pc:sldMk cId="1673344665" sldId="554"/>
        </pc:sldMkLst>
      </pc:sldChg>
    </pc:docChg>
  </pc:docChgLst>
  <pc:docChgLst>
    <pc:chgData name="Paul Perera" userId="d429b3ec-9a30-4f46-95bf-12ff0d607f4e" providerId="ADAL" clId="{24DF6203-8F3F-E74C-AFF0-F6F3AA5EDA3E}"/>
    <pc:docChg chg="undo custSel modSld">
      <pc:chgData name="Paul Perera" userId="d429b3ec-9a30-4f46-95bf-12ff0d607f4e" providerId="ADAL" clId="{24DF6203-8F3F-E74C-AFF0-F6F3AA5EDA3E}" dt="2025-02-14T17:09:03.134" v="35" actId="20577"/>
      <pc:docMkLst>
        <pc:docMk/>
      </pc:docMkLst>
      <pc:sldChg chg="delSp modSp">
        <pc:chgData name="Paul Perera" userId="d429b3ec-9a30-4f46-95bf-12ff0d607f4e" providerId="ADAL" clId="{24DF6203-8F3F-E74C-AFF0-F6F3AA5EDA3E}" dt="2025-02-14T16:53:00.506" v="1" actId="478"/>
        <pc:sldMkLst>
          <pc:docMk/>
          <pc:sldMk cId="0" sldId="560"/>
        </pc:sldMkLst>
      </pc:sldChg>
      <pc:sldChg chg="delSp modSp">
        <pc:chgData name="Paul Perera" userId="d429b3ec-9a30-4f46-95bf-12ff0d607f4e" providerId="ADAL" clId="{24DF6203-8F3F-E74C-AFF0-F6F3AA5EDA3E}" dt="2025-02-14T16:53:11.877" v="3" actId="478"/>
        <pc:sldMkLst>
          <pc:docMk/>
          <pc:sldMk cId="0" sldId="583"/>
        </pc:sldMkLst>
      </pc:sldChg>
      <pc:sldChg chg="delSp">
        <pc:chgData name="Paul Perera" userId="d429b3ec-9a30-4f46-95bf-12ff0d607f4e" providerId="ADAL" clId="{24DF6203-8F3F-E74C-AFF0-F6F3AA5EDA3E}" dt="2025-02-14T16:54:30.511" v="5" actId="478"/>
        <pc:sldMkLst>
          <pc:docMk/>
          <pc:sldMk cId="0" sldId="584"/>
        </pc:sldMkLst>
      </pc:sldChg>
      <pc:sldChg chg="delSp">
        <pc:chgData name="Paul Perera" userId="d429b3ec-9a30-4f46-95bf-12ff0d607f4e" providerId="ADAL" clId="{24DF6203-8F3F-E74C-AFF0-F6F3AA5EDA3E}" dt="2025-02-14T16:54:32.846" v="6" actId="478"/>
        <pc:sldMkLst>
          <pc:docMk/>
          <pc:sldMk cId="0" sldId="585"/>
        </pc:sldMkLst>
      </pc:sldChg>
      <pc:sldChg chg="delSp">
        <pc:chgData name="Paul Perera" userId="d429b3ec-9a30-4f46-95bf-12ff0d607f4e" providerId="ADAL" clId="{24DF6203-8F3F-E74C-AFF0-F6F3AA5EDA3E}" dt="2025-02-14T16:54:36.818" v="8" actId="478"/>
        <pc:sldMkLst>
          <pc:docMk/>
          <pc:sldMk cId="0" sldId="586"/>
        </pc:sldMkLst>
      </pc:sldChg>
      <pc:sldChg chg="delSp">
        <pc:chgData name="Paul Perera" userId="d429b3ec-9a30-4f46-95bf-12ff0d607f4e" providerId="ADAL" clId="{24DF6203-8F3F-E74C-AFF0-F6F3AA5EDA3E}" dt="2025-02-14T16:54:39.151" v="9" actId="478"/>
        <pc:sldMkLst>
          <pc:docMk/>
          <pc:sldMk cId="0" sldId="587"/>
        </pc:sldMkLst>
      </pc:sldChg>
      <pc:sldChg chg="delSp">
        <pc:chgData name="Paul Perera" userId="d429b3ec-9a30-4f46-95bf-12ff0d607f4e" providerId="ADAL" clId="{24DF6203-8F3F-E74C-AFF0-F6F3AA5EDA3E}" dt="2025-02-14T16:54:44.930" v="10" actId="478"/>
        <pc:sldMkLst>
          <pc:docMk/>
          <pc:sldMk cId="0" sldId="588"/>
        </pc:sldMkLst>
      </pc:sldChg>
      <pc:sldChg chg="delSp">
        <pc:chgData name="Paul Perera" userId="d429b3ec-9a30-4f46-95bf-12ff0d607f4e" providerId="ADAL" clId="{24DF6203-8F3F-E74C-AFF0-F6F3AA5EDA3E}" dt="2025-02-14T16:54:49.509" v="11" actId="478"/>
        <pc:sldMkLst>
          <pc:docMk/>
          <pc:sldMk cId="0" sldId="589"/>
        </pc:sldMkLst>
      </pc:sldChg>
      <pc:sldChg chg="delSp">
        <pc:chgData name="Paul Perera" userId="d429b3ec-9a30-4f46-95bf-12ff0d607f4e" providerId="ADAL" clId="{24DF6203-8F3F-E74C-AFF0-F6F3AA5EDA3E}" dt="2025-02-14T16:54:52.905" v="12" actId="478"/>
        <pc:sldMkLst>
          <pc:docMk/>
          <pc:sldMk cId="0" sldId="590"/>
        </pc:sldMkLst>
      </pc:sldChg>
      <pc:sldChg chg="delSp">
        <pc:chgData name="Paul Perera" userId="d429b3ec-9a30-4f46-95bf-12ff0d607f4e" providerId="ADAL" clId="{24DF6203-8F3F-E74C-AFF0-F6F3AA5EDA3E}" dt="2025-02-14T17:03:41.718" v="13" actId="478"/>
        <pc:sldMkLst>
          <pc:docMk/>
          <pc:sldMk cId="0" sldId="602"/>
        </pc:sldMkLst>
      </pc:sldChg>
      <pc:sldChg chg="delSp">
        <pc:chgData name="Paul Perera" userId="d429b3ec-9a30-4f46-95bf-12ff0d607f4e" providerId="ADAL" clId="{24DF6203-8F3F-E74C-AFF0-F6F3AA5EDA3E}" dt="2025-02-14T17:03:51.030" v="14" actId="478"/>
        <pc:sldMkLst>
          <pc:docMk/>
          <pc:sldMk cId="0" sldId="604"/>
        </pc:sldMkLst>
      </pc:sldChg>
      <pc:sldChg chg="delSp">
        <pc:chgData name="Paul Perera" userId="d429b3ec-9a30-4f46-95bf-12ff0d607f4e" providerId="ADAL" clId="{24DF6203-8F3F-E74C-AFF0-F6F3AA5EDA3E}" dt="2025-02-14T17:03:56.792" v="15" actId="478"/>
        <pc:sldMkLst>
          <pc:docMk/>
          <pc:sldMk cId="0" sldId="605"/>
        </pc:sldMkLst>
      </pc:sldChg>
      <pc:sldChg chg="delSp">
        <pc:chgData name="Paul Perera" userId="d429b3ec-9a30-4f46-95bf-12ff0d607f4e" providerId="ADAL" clId="{24DF6203-8F3F-E74C-AFF0-F6F3AA5EDA3E}" dt="2025-02-14T17:04:05.582" v="16" actId="478"/>
        <pc:sldMkLst>
          <pc:docMk/>
          <pc:sldMk cId="0" sldId="606"/>
        </pc:sldMkLst>
      </pc:sldChg>
      <pc:sldChg chg="delSp">
        <pc:chgData name="Paul Perera" userId="d429b3ec-9a30-4f46-95bf-12ff0d607f4e" providerId="ADAL" clId="{24DF6203-8F3F-E74C-AFF0-F6F3AA5EDA3E}" dt="2025-02-14T17:04:13.402" v="17" actId="478"/>
        <pc:sldMkLst>
          <pc:docMk/>
          <pc:sldMk cId="0" sldId="607"/>
        </pc:sldMkLst>
      </pc:sldChg>
      <pc:sldChg chg="delSp">
        <pc:chgData name="Paul Perera" userId="d429b3ec-9a30-4f46-95bf-12ff0d607f4e" providerId="ADAL" clId="{24DF6203-8F3F-E74C-AFF0-F6F3AA5EDA3E}" dt="2025-02-14T17:04:17.980" v="18" actId="478"/>
        <pc:sldMkLst>
          <pc:docMk/>
          <pc:sldMk cId="0" sldId="608"/>
        </pc:sldMkLst>
      </pc:sldChg>
      <pc:sldChg chg="delSp modSp">
        <pc:chgData name="Paul Perera" userId="d429b3ec-9a30-4f46-95bf-12ff0d607f4e" providerId="ADAL" clId="{24DF6203-8F3F-E74C-AFF0-F6F3AA5EDA3E}" dt="2025-02-14T17:04:44.721" v="21" actId="478"/>
        <pc:sldMkLst>
          <pc:docMk/>
          <pc:sldMk cId="0" sldId="609"/>
        </pc:sldMkLst>
      </pc:sldChg>
      <pc:sldChg chg="delSp">
        <pc:chgData name="Paul Perera" userId="d429b3ec-9a30-4f46-95bf-12ff0d607f4e" providerId="ADAL" clId="{24DF6203-8F3F-E74C-AFF0-F6F3AA5EDA3E}" dt="2025-02-14T17:07:52.210" v="23" actId="478"/>
        <pc:sldMkLst>
          <pc:docMk/>
          <pc:sldMk cId="0" sldId="610"/>
        </pc:sldMkLst>
      </pc:sldChg>
      <pc:sldChg chg="delSp modSp">
        <pc:chgData name="Paul Perera" userId="d429b3ec-9a30-4f46-95bf-12ff0d607f4e" providerId="ADAL" clId="{24DF6203-8F3F-E74C-AFF0-F6F3AA5EDA3E}" dt="2025-02-14T17:08:00.056" v="25" actId="478"/>
        <pc:sldMkLst>
          <pc:docMk/>
          <pc:sldMk cId="0" sldId="611"/>
        </pc:sldMkLst>
      </pc:sldChg>
      <pc:sldChg chg="delSp">
        <pc:chgData name="Paul Perera" userId="d429b3ec-9a30-4f46-95bf-12ff0d607f4e" providerId="ADAL" clId="{24DF6203-8F3F-E74C-AFF0-F6F3AA5EDA3E}" dt="2025-02-14T17:08:07.079" v="26" actId="478"/>
        <pc:sldMkLst>
          <pc:docMk/>
          <pc:sldMk cId="0" sldId="612"/>
        </pc:sldMkLst>
      </pc:sldChg>
      <pc:sldChg chg="delSp modSp">
        <pc:chgData name="Paul Perera" userId="d429b3ec-9a30-4f46-95bf-12ff0d607f4e" providerId="ADAL" clId="{24DF6203-8F3F-E74C-AFF0-F6F3AA5EDA3E}" dt="2025-02-14T17:08:23.801" v="28" actId="478"/>
        <pc:sldMkLst>
          <pc:docMk/>
          <pc:sldMk cId="0" sldId="613"/>
        </pc:sldMkLst>
      </pc:sldChg>
      <pc:sldChg chg="addSp delSp modSp">
        <pc:chgData name="Paul Perera" userId="d429b3ec-9a30-4f46-95bf-12ff0d607f4e" providerId="ADAL" clId="{24DF6203-8F3F-E74C-AFF0-F6F3AA5EDA3E}" dt="2025-02-14T17:09:03.134" v="35" actId="20577"/>
        <pc:sldMkLst>
          <pc:docMk/>
          <pc:sldMk cId="0" sldId="61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Outfit" pitchFamily="2" charset="0"/>
              </a:rPr>
              <a:t>2025-07-22</a:t>
            </a:fld>
            <a:endParaRPr lang="en-CA">
              <a:latin typeface="Outfi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Outfit" pitchFamily="2" charset="0"/>
              </a:rPr>
              <a:t>‹#›</a:t>
            </a:fld>
            <a:endParaRPr lang="en-CA"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2025-07-22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1pPr>
    <a:lvl2pPr marL="30474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2pPr>
    <a:lvl3pPr marL="609493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3pPr>
    <a:lvl4pPr marL="914240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4pPr>
    <a:lvl5pPr marL="121898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11.emf"/><Relationship Id="rId4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1FF203-D9FC-144E-D1A2-8733323F9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FEF32AC-9111-1F70-A9FD-DF17519E7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1773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5DBC5B-3D67-A12E-207E-96F1751E8A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A0B868DA-DBED-15EA-2900-A0F764B48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  <p:pic>
        <p:nvPicPr>
          <p:cNvPr id="7" name="Graphic 3">
            <a:extLst>
              <a:ext uri="{FF2B5EF4-FFF2-40B4-BE49-F238E27FC236}">
                <a16:creationId xmlns:a16="http://schemas.microsoft.com/office/drawing/2014/main" id="{4AF309EB-2C6C-1DBC-C744-811D3C2DB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 Medium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836AAF07-9D0D-B71B-3521-CD7095F122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4" b="24734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D446CC-A3AD-6C44-F686-85393FAEE6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15C7153-EA17-EA14-D055-1D73BA171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0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BF3283-303A-DBFF-39F4-9BC9B0592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18" b="24718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95534" y="1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8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3965F6E-C56B-0813-520B-9A34FB2E4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6DCE7-FF1F-8896-144B-8D0B8A1C6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86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F070F48-D866-6D66-A5D9-CAFE45C69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C9F8C-FEBA-973C-41F9-D448A84497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3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0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5938B9-BA11-FD4C-6356-8EB5FEAB7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3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91201F-7A8A-85C6-2D70-3723D7EEB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E42C0A6-281E-ED4B-58EF-AC7B31C1D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C53FE-1903-2242-5DA0-BEE2A31E3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24"/>
          <a:stretch/>
        </p:blipFill>
        <p:spPr>
          <a:xfrm>
            <a:off x="6083300" y="0"/>
            <a:ext cx="60833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9CBEAE-01CB-64B5-A1D1-9E1A76A058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89F1C-DC15-04DE-C84B-ECF3DB030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6083300" y="4758"/>
            <a:ext cx="6083300" cy="68532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46FA7-B1B4-181D-BB24-F5B04A6B5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8184698" y="4757"/>
            <a:ext cx="3981902" cy="6839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219B2-78EC-4388-5A54-8720E6AE4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4986"/>
          <a:stretch/>
        </p:blipFill>
        <p:spPr>
          <a:xfrm>
            <a:off x="4042392" y="0"/>
            <a:ext cx="414230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C557A-A756-8C7C-7C30-53DD1A051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4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E42269-D1F2-DEDB-E7B1-009C4F6EC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03EE92-4423-5DDF-A74F-CB741BD04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DDA60-DFEB-4B4D-A631-7B091543A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0AE246B-D11D-430D-ACFC-31989EDA94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E7D5043-427B-2FBA-DEBE-C5EEB1375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A223CD9-7E47-69A5-E66C-37A596076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6245E98-0CE1-0F94-30E8-C043B8F2D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E2CE780-8AC9-D42A-1FB7-97FBB4B14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69438441-1980-CF75-1323-A0C6506F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F8565B13-AE4D-92AC-5DFD-9BB327D7F1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BDD8D09F-AF20-9009-4B83-31CC8EF33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99" y="1863028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745132A-6CDD-12D9-BA9B-671878B30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80799B06-0FD8-65DD-B746-BCDE088DC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6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CEA9FD3-B1BB-58E5-068B-FA388601F0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3" name="Graphic 3">
            <a:extLst>
              <a:ext uri="{FF2B5EF4-FFF2-40B4-BE49-F238E27FC236}">
                <a16:creationId xmlns:a16="http://schemas.microsoft.com/office/drawing/2014/main" id="{0FDE4F4F-84C4-69B6-61AE-4EDC6F450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3196" y="48428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6260" y="1299036"/>
            <a:ext cx="117224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66481" lvl="0" indent="-23324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32962" lvl="1" indent="-37318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marL="1399443" lvl="2" indent="-34986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65925" lvl="3" indent="-33703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marL="2332406" lvl="4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marL="2798887" lvl="5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marL="3265368" lvl="6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marL="3731849" lvl="7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marL="4198330" lvl="8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59918D5-5D13-FF36-983C-D6F221E651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37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33196" y="46346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7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590790" y="2756807"/>
            <a:ext cx="68382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90790" y="3961896"/>
            <a:ext cx="6838264" cy="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26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3034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31381" y="6145161"/>
            <a:ext cx="1915296" cy="455930"/>
          </a:xfrm>
          <a:custGeom>
            <a:avLst/>
            <a:gdLst/>
            <a:ahLst/>
            <a:cxnLst/>
            <a:rect l="l" t="t" r="r" b="b"/>
            <a:pathLst>
              <a:path w="1915795" h="455929">
                <a:moveTo>
                  <a:pt x="1915286" y="0"/>
                </a:moveTo>
                <a:lnTo>
                  <a:pt x="0" y="0"/>
                </a:lnTo>
                <a:lnTo>
                  <a:pt x="0" y="455510"/>
                </a:lnTo>
                <a:lnTo>
                  <a:pt x="1915286" y="455510"/>
                </a:lnTo>
                <a:lnTo>
                  <a:pt x="1915286" y="0"/>
                </a:lnTo>
                <a:close/>
              </a:path>
            </a:pathLst>
          </a:custGeom>
          <a:solidFill>
            <a:srgbClr val="2A629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6963" y="1685925"/>
            <a:ext cx="508185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2011" y="2116328"/>
            <a:ext cx="513009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122901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5651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010435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6963" y="1684064"/>
            <a:ext cx="5068520" cy="398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12059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2D11F6-5BD9-B6EF-D4D6-03A531473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083C20C-AB23-076A-E66D-06642A1038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5D38E30-C1DC-F142-47F6-EA622EAFE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FB71C258-F321-32F3-ACE8-5B6956CFE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95534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343789-F2BB-A635-BBBD-1D064120F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3A9C28C7-F733-D037-612C-25085F165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F0A51288-A300-0CFC-7485-4BEE36A1C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51BFD44D-4337-BEA1-5CA4-F848F538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3" descr="Fluxart Logo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8122" y="319532"/>
            <a:ext cx="4042986" cy="831536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8C7C6179-D690-3E4D-787D-BFD55DAB0F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A7616A32-036F-3636-BF9E-6B0741E0A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3A7EB97-F6C1-BA19-DF36-32267965E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1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AB4222B-34DE-DB01-D548-E0A32931FD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98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810C74C-F734-E586-FD86-C096761B5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394B615-FB12-7A57-6462-03835A0E4F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F12F49AD-FB7C-761E-89B8-9D2749BD0D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1B9C0E-74F2-64A4-ED09-B27EFCAD0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E76FC40A-24F0-7E7F-2D43-5494301E3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BDA574D3-B7BC-E7A6-139C-E38C9E1536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7F5CFEA2-AEF3-D2CF-ADF8-E871F1217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A5529602-73E2-9E9F-B790-3C60DA5478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1CCE32D-43CD-0049-3EB2-4F30391F96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710B71C1-521F-4EAB-9632-C79D40F03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A59C749-5496-72A7-E190-0FDC33DD0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00D6BE7-16DB-D6F0-3881-534202334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FBE99E9-9730-F7E7-F02A-8F0BF4EAD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3146CC2-C18E-8784-C3CA-96B95DBDD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8ED6C4FE-BC7C-FEBA-D1BB-203AC7DA5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5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10775F7-A8BD-BA42-0005-937E872366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8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08C2D52-8499-5CCC-7A92-F07021005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E2C7D30-1E62-D2C5-F789-6CAFE958A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AA0F33E-42A6-1E39-6BA7-038F1871D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4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796C3AC-201A-F436-2175-40B6B68D44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88BE39F-8D45-7554-B347-E0B60BB2F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A28A4051-FC7E-C6F4-4C26-2DD618DC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F64BF74-39CE-FAB2-FBF3-E453B8AE1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0064" y="319532"/>
            <a:ext cx="4168775" cy="137795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8F826E75-F161-13EA-D19B-692E35184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9FA52E73-4E05-E8B9-5743-5ECD1621E6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E2BB31E3-B475-0D0C-2DB0-4B4F415DDB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F8A688-1CAE-F1E2-A3F0-28C607549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6" name="Graphic 2">
            <a:extLst>
              <a:ext uri="{FF2B5EF4-FFF2-40B4-BE49-F238E27FC236}">
                <a16:creationId xmlns:a16="http://schemas.microsoft.com/office/drawing/2014/main" id="{D7EA56B5-04D1-1214-A06C-2670B63EF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2" name="Graphic 3">
            <a:extLst>
              <a:ext uri="{FF2B5EF4-FFF2-40B4-BE49-F238E27FC236}">
                <a16:creationId xmlns:a16="http://schemas.microsoft.com/office/drawing/2014/main" id="{48A0A626-4CEE-E022-1754-44770FD34B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6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4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6878DB46-DEA5-F13C-8846-4AACFB6A9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2A33CD3-A6F5-F00D-EA60-3574CAB4B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8171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35DFBF61-DF77-62EF-6F32-054DA0359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4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56B6F09-6591-94F2-D4EC-9056614F4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18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B530A95-8F8C-AC98-9DDA-CB1C376D8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EACB522-E77D-06CA-60BB-F7F733EC9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5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36886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6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5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CE59B796-4A50-73B0-871F-C5338B33F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82" y="1890052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F802EE-E493-1235-939A-846D229565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830BA4-626D-9834-92B4-F21277799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45C033-E0C3-A86C-276B-830C8EBA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24918" y="1588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04AC12C8-0CFA-5617-5CAD-855F05BCE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10" name="Graphic 3">
            <a:extLst>
              <a:ext uri="{FF2B5EF4-FFF2-40B4-BE49-F238E27FC236}">
                <a16:creationId xmlns:a16="http://schemas.microsoft.com/office/drawing/2014/main" id="{0893FEC4-E581-9A40-F1A3-8AF2999E86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2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">
            <a:extLst>
              <a:ext uri="{FF2B5EF4-FFF2-40B4-BE49-F238E27FC236}">
                <a16:creationId xmlns:a16="http://schemas.microsoft.com/office/drawing/2014/main" id="{AF3FAA82-7134-BA07-CC0B-073025E0C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1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tags" Target="../tags/tag2.xml"/><Relationship Id="rId45" Type="http://schemas.openxmlformats.org/officeDocument/2006/relationships/image" Target="../media/image1.emf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theme" Target="../theme/theme2.xml"/><Relationship Id="rId35" Type="http://schemas.openxmlformats.org/officeDocument/2006/relationships/tags" Target="../tags/tag4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15.png"/><Relationship Id="rId39" Type="http://schemas.openxmlformats.org/officeDocument/2006/relationships/image" Target="../media/image16.svg"/><Relationship Id="rId40" Type="http://schemas.openxmlformats.org/officeDocument/2006/relationships/image" Target="../media/image1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5.xml"/><Relationship Id="rId31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08.xml"/><Relationship Id="rId34" Type="http://schemas.openxmlformats.org/officeDocument/2006/relationships/theme" Target="../theme/theme3.xml"/><Relationship Id="rId35" Type="http://schemas.openxmlformats.org/officeDocument/2006/relationships/tags" Target="../tags/tag6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8625BA-3F54-039D-C619-AF38506C8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5"/>
          <a:srcRect b="1190"/>
          <a:stretch/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35" imgH="435" progId="TCLayout.ActiveDocument.1">
                  <p:embed/>
                </p:oleObj>
              </mc:Choice>
              <mc:Fallback>
                <p:oleObj name="think-cell Slide" r:id="rId4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613EB0-8C7B-98DB-A67D-0776BB7AE56B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C8489-646A-4BCD-B1C4-872A8A94546B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3" r:id="rId2"/>
    <p:sldLayoutId id="2147483838" r:id="rId3"/>
    <p:sldLayoutId id="2147483866" r:id="rId4"/>
    <p:sldLayoutId id="2147483867" r:id="rId5"/>
    <p:sldLayoutId id="2147483827" r:id="rId6"/>
    <p:sldLayoutId id="2147483775" r:id="rId7"/>
    <p:sldLayoutId id="2147483868" r:id="rId8"/>
    <p:sldLayoutId id="2147483849" r:id="rId9"/>
    <p:sldLayoutId id="2147483846" r:id="rId10"/>
    <p:sldLayoutId id="2147483864" r:id="rId11"/>
    <p:sldLayoutId id="2147483865" r:id="rId12"/>
    <p:sldLayoutId id="2147483769" r:id="rId13"/>
    <p:sldLayoutId id="2147483843" r:id="rId14"/>
    <p:sldLayoutId id="2147483850" r:id="rId15"/>
    <p:sldLayoutId id="2147483939" r:id="rId16"/>
    <p:sldLayoutId id="2147483938" r:id="rId17"/>
    <p:sldLayoutId id="2147483937" r:id="rId18"/>
    <p:sldLayoutId id="2147483851" r:id="rId19"/>
    <p:sldLayoutId id="2147483787" r:id="rId20"/>
    <p:sldLayoutId id="2147483847" r:id="rId21"/>
    <p:sldLayoutId id="2147483808" r:id="rId22"/>
    <p:sldLayoutId id="2147483809" r:id="rId23"/>
    <p:sldLayoutId id="2147483780" r:id="rId24"/>
    <p:sldLayoutId id="2147483778" r:id="rId25"/>
    <p:sldLayoutId id="2147483781" r:id="rId26"/>
    <p:sldLayoutId id="2147483782" r:id="rId27"/>
    <p:sldLayoutId id="2147483779" r:id="rId28"/>
    <p:sldLayoutId id="2147483783" r:id="rId29"/>
    <p:sldLayoutId id="2147483813" r:id="rId30"/>
    <p:sldLayoutId id="2147483814" r:id="rId31"/>
    <p:sldLayoutId id="2147483815" r:id="rId32"/>
    <p:sldLayoutId id="2147483840" r:id="rId33"/>
    <p:sldLayoutId id="2147483792" r:id="rId34"/>
    <p:sldLayoutId id="2147483857" r:id="rId35"/>
    <p:sldLayoutId id="2147483772" r:id="rId36"/>
    <p:sldLayoutId id="2147483940" r:id="rId37"/>
    <p:sldLayoutId id="2147483941" r:id="rId38"/>
    <p:sldLayoutId id="2147483942" r:id="rId39"/>
    <p:sldLayoutId id="2147483943" r:id="rId40"/>
    <p:sldLayoutId id="2147483944" r:id="rId41"/>
    <p:sldLayoutId id="214748394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C3037F-5EF5-CB69-8D7C-BF6C5EB982DF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F4333-7F0D-6D2D-A8E1-86E532F26B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66855"/>
          <a:stretch/>
        </p:blipFill>
        <p:spPr>
          <a:xfrm>
            <a:off x="-1" y="4758"/>
            <a:ext cx="12188825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3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27E73F-D00F-EFD2-B9C3-E4AA80E416D3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BE07-3105-83C0-2F83-D4D393A99259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BEFADA-CED6-C2A8-F786-835570309099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  <p:sldLayoutId id="2147483893" r:id="rId24"/>
    <p:sldLayoutId id="2147483894" r:id="rId25"/>
    <p:sldLayoutId id="2147483895" r:id="rId26"/>
    <p:sldLayoutId id="2147483896" r:id="rId27"/>
    <p:sldLayoutId id="2147483897" r:id="rId28"/>
    <p:sldLayoutId id="2147483898" r:id="rId29"/>
    <p:sldLayoutId id="2147483899" r:id="rId30"/>
    <p:sldLayoutId id="2147483900" r:id="rId31"/>
    <p:sldLayoutId id="2147483901" r:id="rId32"/>
    <p:sldLayoutId id="2147483902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067589D-EF20-2245-BFD9-2CE6C9C2B1D4}"/>
    </a:ext>
  </a:extLst>
</a:theme>
</file>

<file path=ppt/theme/theme2.xml><?xml version="1.0" encoding="utf-8"?>
<a:theme xmlns:a="http://schemas.openxmlformats.org/drawingml/2006/main" name="2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B69B755-E299-7245-8E49-E4D0AD860C4C}"/>
    </a:ext>
  </a:extLst>
</a:theme>
</file>

<file path=ppt/theme/theme3.xml><?xml version="1.0" encoding="utf-8"?>
<a:theme xmlns:a="http://schemas.openxmlformats.org/drawingml/2006/main" name="3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F6B04039-4DBA-F541-8966-F16C74FE138D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C5F853618CD4BB482229A4F71B53E" ma:contentTypeVersion="17" ma:contentTypeDescription="Create a new document." ma:contentTypeScope="" ma:versionID="3c51626bf3f96a44acf6b77c3ed2baa5">
  <xsd:schema xmlns:xsd="http://www.w3.org/2001/XMLSchema" xmlns:xs="http://www.w3.org/2001/XMLSchema" xmlns:p="http://schemas.microsoft.com/office/2006/metadata/properties" xmlns:ns2="5ceef58d-bc93-4ed5-9508-9f888ba927dd" xmlns:ns3="6372c6d4-7b44-4ec4-9d4f-8b6351288104" targetNamespace="http://schemas.microsoft.com/office/2006/metadata/properties" ma:root="true" ma:fieldsID="54e82ec55470569385c557c35b962681" ns2:_="" ns3:_="">
    <xsd:import namespace="5ceef58d-bc93-4ed5-9508-9f888ba927dd"/>
    <xsd:import namespace="6372c6d4-7b44-4ec4-9d4f-8b6351288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ef58d-bc93-4ed5-9508-9f888ba92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e2497ee-3869-41bb-badb-0f38098ce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test" ma:index="23" nillable="true" ma:displayName="test" ma:format="Dropdown" ma:list="5ceef58d-bc93-4ed5-9508-9f888ba927dd" ma:internalName="test" ma:showField="Modified">
      <xsd:simpleType>
        <xsd:restriction base="dms:Lookup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2c6d4-7b44-4ec4-9d4f-8b6351288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919b50c-4348-418e-bc70-095bef8a086b}" ma:internalName="TaxCatchAll" ma:showField="CatchAllData" ma:web="6372c6d4-7b44-4ec4-9d4f-8b63512881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eef58d-bc93-4ed5-9508-9f888ba927dd">
      <Terms xmlns="http://schemas.microsoft.com/office/infopath/2007/PartnerControls"/>
    </lcf76f155ced4ddcb4097134ff3c332f>
    <TaxCatchAll xmlns="6372c6d4-7b44-4ec4-9d4f-8b6351288104" xsi:nil="true"/>
    <SharedWithUsers xmlns="6372c6d4-7b44-4ec4-9d4f-8b6351288104">
      <UserInfo>
        <DisplayName>Chris StGenies</DisplayName>
        <AccountId>25</AccountId>
        <AccountType/>
      </UserInfo>
      <UserInfo>
        <DisplayName>Noora Alfaez</DisplayName>
        <AccountId>15</AccountId>
        <AccountType/>
      </UserInfo>
      <UserInfo>
        <DisplayName>Rob Bray</DisplayName>
        <AccountId>19</AccountId>
        <AccountType/>
      </UserInfo>
    </SharedWithUsers>
    <test xmlns="5ceef58d-bc93-4ed5-9508-9f888ba927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537BD-7A67-425E-9845-E781183C1E1E}">
  <ds:schemaRefs>
    <ds:schemaRef ds:uri="5ceef58d-bc93-4ed5-9508-9f888ba927dd"/>
    <ds:schemaRef ds:uri="6372c6d4-7b44-4ec4-9d4f-8b63512881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C8B416-E2A5-4943-8C97-C7D032824EA9}">
  <ds:schemaRefs>
    <ds:schemaRef ds:uri="5ceef58d-bc93-4ed5-9508-9f888ba927dd"/>
    <ds:schemaRef ds:uri="6372c6d4-7b44-4ec4-9d4f-8b63512881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57D5FB-5602-4E4F-A53D-505CD50F8C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606</Slides>
  <Notes>268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606</vt:i4>
      </vt:variant>
    </vt:vector>
  </HeadingPairs>
  <TitlesOfParts>
    <vt:vector size="609" baseType="lpstr">
      <vt:lpstr>Fluxart template</vt:lpstr>
      <vt:lpstr>2_Fluxart template</vt:lpstr>
      <vt:lpstr>3_Fluxart template</vt:lpstr>
      <vt:lpstr>Before you begin</vt:lpstr>
      <vt:lpstr>PowerPoint Presentation</vt:lpstr>
      <vt:lpstr>Before you begin</vt:lpstr>
      <vt:lpstr>Before you begin</vt:lpstr>
      <vt:lpstr>Text-styles</vt:lpstr>
      <vt:lpstr>Auto-styling text</vt:lpstr>
      <vt:lpstr>PowerPoint Presentation</vt:lpstr>
      <vt:lpstr>Tips for copying, adding slides and printing</vt:lpstr>
      <vt:lpstr>Expanded color palette for data visualization</vt:lpstr>
      <vt:lpstr>Color guidelines</vt:lpstr>
      <vt:lpstr>Airports</vt:lpstr>
      <vt:lpstr>Table guidelines</vt:lpstr>
      <vt:lpstr>Chart guidelines</vt:lpstr>
      <vt:lpstr>Image guidelines</vt:lpstr>
      <vt:lpstr>Logos</vt:lpstr>
      <vt:lpstr>Template slides</vt:lpstr>
      <vt:lpstr>Presentation title</vt:lpstr>
      <vt:lpstr>Presentation title</vt:lpstr>
      <vt:lpstr>Presentation title</vt:lpstr>
      <vt:lpstr>Presentation title</vt:lpstr>
      <vt:lpstr>Presentation title</vt:lpstr>
      <vt:lpstr>Divider (option A)</vt:lpstr>
      <vt:lpstr>Divider (option B)</vt:lpstr>
      <vt:lpstr>Divider (option C)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“Quote copy</vt:lpstr>
      <vt:lpstr>PowerPoint Presentation</vt:lpstr>
      <vt:lpstr>Agendas</vt:lpstr>
      <vt:lpstr>Agenda I</vt:lpstr>
      <vt:lpstr>Agenda II</vt:lpstr>
      <vt:lpstr>01.</vt:lpstr>
      <vt:lpstr>Agenda with icons</vt:lpstr>
      <vt:lpstr>Table of contents</vt:lpstr>
      <vt:lpstr>Schedule I</vt:lpstr>
      <vt:lpstr>Schedule II</vt:lpstr>
      <vt:lpstr>Schedule IV</vt:lpstr>
      <vt:lpstr>Dashboard schedule</vt:lpstr>
      <vt:lpstr>Dashboards</vt:lpstr>
      <vt:lpstr>Dashboard</vt:lpstr>
      <vt:lpstr>PowerPoint Presentation</vt:lpstr>
      <vt:lpstr>Management summary</vt:lpstr>
      <vt:lpstr>€5.0bn</vt:lpstr>
      <vt:lpstr>PowerPoint Presentation</vt:lpstr>
      <vt:lpstr>Funnel I</vt:lpstr>
      <vt:lpstr>Funnel II</vt:lpstr>
      <vt:lpstr>Funnel III</vt:lpstr>
      <vt:lpstr>Funnel, horizontal I</vt:lpstr>
      <vt:lpstr>Funnel, horizontal II</vt:lpstr>
      <vt:lpstr>Funnel dashboard</vt:lpstr>
      <vt:lpstr>Simple organigram</vt:lpstr>
      <vt:lpstr>Organigram, clustered II</vt:lpstr>
      <vt:lpstr>Organigram, clustered III</vt:lpstr>
      <vt:lpstr>Monopoly-box organigram</vt:lpstr>
      <vt:lpstr>Decision tree</vt:lpstr>
      <vt:lpstr>Hierarchy tree I</vt:lpstr>
      <vt:lpstr>Hierarchy tree II</vt:lpstr>
      <vt:lpstr>Problem tree</vt:lpstr>
      <vt:lpstr>3D pyramid with three layers</vt:lpstr>
      <vt:lpstr>3D pyramid with four layers</vt:lpstr>
      <vt:lpstr>Pyramid with four layers</vt:lpstr>
      <vt:lpstr>Pyramid with six layers</vt:lpstr>
      <vt:lpstr>Pyramid with five layers, cropped</vt:lpstr>
      <vt:lpstr>Ziggurat diagram</vt:lpstr>
      <vt:lpstr>Triangles with text</vt:lpstr>
      <vt:lpstr>Five layers with text II</vt:lpstr>
      <vt:lpstr>Three core elements I</vt:lpstr>
      <vt:lpstr>Three core elements II</vt:lpstr>
      <vt:lpstr>Sunburst diagram, illustrative</vt:lpstr>
      <vt:lpstr>Sunburst diagram, data-driven</vt:lpstr>
      <vt:lpstr>Spiderweb</vt:lpstr>
      <vt:lpstr>Intersection</vt:lpstr>
      <vt:lpstr>Common aspects</vt:lpstr>
      <vt:lpstr>Three important values</vt:lpstr>
      <vt:lpstr>Venn diagram</vt:lpstr>
      <vt:lpstr>Venn diagrams</vt:lpstr>
      <vt:lpstr>Infographics</vt:lpstr>
      <vt:lpstr>Target market</vt:lpstr>
      <vt:lpstr>Supply chain management</vt:lpstr>
      <vt:lpstr>Density</vt:lpstr>
      <vt:lpstr>100 people</vt:lpstr>
      <vt:lpstr>Quantity comparison</vt:lpstr>
      <vt:lpstr>PowerPoint Presentation</vt:lpstr>
      <vt:lpstr>PowerPoint Presentation</vt:lpstr>
      <vt:lpstr>PowerPoint Presentation</vt:lpstr>
      <vt:lpstr>Two barometers with text</vt:lpstr>
      <vt:lpstr>Goal</vt:lpstr>
      <vt:lpstr>Iceberg</vt:lpstr>
      <vt:lpstr>Maps</vt:lpstr>
      <vt:lpstr>World map with text</vt:lpstr>
      <vt:lpstr>World map dashboard</vt:lpstr>
      <vt:lpstr>World map</vt:lpstr>
      <vt:lpstr>World map: North America</vt:lpstr>
      <vt:lpstr>World map: South America</vt:lpstr>
      <vt:lpstr>World map: Europe</vt:lpstr>
      <vt:lpstr>World map: Africa</vt:lpstr>
      <vt:lpstr>World map: Asia</vt:lpstr>
      <vt:lpstr>World map: Oceania</vt:lpstr>
      <vt:lpstr>Map: China</vt:lpstr>
      <vt:lpstr>Map: Australia</vt:lpstr>
      <vt:lpstr>Map: Brazil</vt:lpstr>
      <vt:lpstr>Map: Canada</vt:lpstr>
      <vt:lpstr>Map: France</vt:lpstr>
      <vt:lpstr>Map: Germany</vt:lpstr>
      <vt:lpstr>Map: India</vt:lpstr>
      <vt:lpstr>Map: Italy</vt:lpstr>
      <vt:lpstr>Map: Japan</vt:lpstr>
      <vt:lpstr>Map: Mexico</vt:lpstr>
      <vt:lpstr>Map: Russia</vt:lpstr>
      <vt:lpstr>Map: South Korea</vt:lpstr>
      <vt:lpstr>Map: Spain</vt:lpstr>
      <vt:lpstr>Map: United Kingdom</vt:lpstr>
      <vt:lpstr>Map: United States</vt:lpstr>
      <vt:lpstr>Matrices</vt:lpstr>
      <vt:lpstr>Matrix: Good, neutral, bad</vt:lpstr>
      <vt:lpstr>Matrix: Four blocks I</vt:lpstr>
      <vt:lpstr>PowerPoint Presentation</vt:lpstr>
      <vt:lpstr>PowerPoint Presentation</vt:lpstr>
      <vt:lpstr>Aspect matrix</vt:lpstr>
      <vt:lpstr>Icon matrix</vt:lpstr>
      <vt:lpstr>Process matrix</vt:lpstr>
      <vt:lpstr>Matrices with four areas</vt:lpstr>
      <vt:lpstr>PowerPoint Presentation</vt:lpstr>
      <vt:lpstr>SWOT analysis II</vt:lpstr>
      <vt:lpstr>SWOT analysis III</vt:lpstr>
      <vt:lpstr>SWOT analysis dashboard</vt:lpstr>
      <vt:lpstr>Mental Models</vt:lpstr>
      <vt:lpstr>Honeycomb</vt:lpstr>
      <vt:lpstr>Puzzle</vt:lpstr>
      <vt:lpstr>Process puzzle</vt:lpstr>
      <vt:lpstr>Two obstacles</vt:lpstr>
      <vt:lpstr>Business model</vt:lpstr>
      <vt:lpstr>Pros and cons I</vt:lpstr>
      <vt:lpstr>Pros and cons II</vt:lpstr>
      <vt:lpstr>Pros and cons III</vt:lpstr>
      <vt:lpstr>Five steps</vt:lpstr>
      <vt:lpstr>Buildup</vt:lpstr>
      <vt:lpstr>Three stairs</vt:lpstr>
      <vt:lpstr>Ladder to goal I</vt:lpstr>
      <vt:lpstr>Ladder to goal II</vt:lpstr>
      <vt:lpstr>Four circular elements</vt:lpstr>
      <vt:lpstr>Radiate</vt:lpstr>
      <vt:lpstr>Mind map</vt:lpstr>
      <vt:lpstr>Circle with numbered text I</vt:lpstr>
      <vt:lpstr>Circle with numbered text II</vt:lpstr>
      <vt:lpstr>Processes</vt:lpstr>
      <vt:lpstr>PowerPoint Presentation</vt:lpstr>
      <vt:lpstr>PowerPoint Presentation</vt:lpstr>
      <vt:lpstr>Process stages</vt:lpstr>
      <vt:lpstr>Infographic process I</vt:lpstr>
      <vt:lpstr>Infographic process II</vt:lpstr>
      <vt:lpstr>Infographic process III</vt:lpstr>
      <vt:lpstr>Infographic process IV</vt:lpstr>
      <vt:lpstr>Infographic process V</vt:lpstr>
      <vt:lpstr>Infographic process VI</vt:lpstr>
      <vt:lpstr>Infographic process VII</vt:lpstr>
      <vt:lpstr>Infographic process with highlight</vt:lpstr>
      <vt:lpstr>Infographic process with results</vt:lpstr>
      <vt:lpstr>Infographic process VII</vt:lpstr>
      <vt:lpstr>Infographic process with results</vt:lpstr>
      <vt:lpstr>Four steps</vt:lpstr>
      <vt:lpstr>Path</vt:lpstr>
      <vt:lpstr>Numbered process</vt:lpstr>
      <vt:lpstr>Circular ongoing sprint</vt:lpstr>
      <vt:lpstr>Circular sprint</vt:lpstr>
      <vt:lpstr>Circular text</vt:lpstr>
      <vt:lpstr>Circular text flow</vt:lpstr>
      <vt:lpstr>Process circle</vt:lpstr>
      <vt:lpstr>Four circle segments</vt:lpstr>
      <vt:lpstr>Value chain III</vt:lpstr>
      <vt:lpstr>Overlapping processes</vt:lpstr>
      <vt:lpstr>Customer journey</vt:lpstr>
      <vt:lpstr>Customer journey dashboard</vt:lpstr>
      <vt:lpstr>Plan</vt:lpstr>
      <vt:lpstr>Swim lane</vt:lpstr>
      <vt:lpstr>Swim lane, complex</vt:lpstr>
      <vt:lpstr>Influencing components</vt:lpstr>
      <vt:lpstr>Building blocks</vt:lpstr>
      <vt:lpstr>Cause and effect I</vt:lpstr>
      <vt:lpstr>Cause and effect II</vt:lpstr>
      <vt:lpstr>Cause and effect III</vt:lpstr>
      <vt:lpstr>Cause and effect IV</vt:lpstr>
      <vt:lpstr>Cause and effect V</vt:lpstr>
      <vt:lpstr>Cause and effect VI</vt:lpstr>
      <vt:lpstr>Phases/processes</vt:lpstr>
      <vt:lpstr>Circular arrows, cycles</vt:lpstr>
      <vt:lpstr>Circle segments I</vt:lpstr>
      <vt:lpstr>Circle segments II</vt:lpstr>
      <vt:lpstr>Quotes</vt:lpstr>
      <vt:lpstr>Quote I</vt:lpstr>
      <vt:lpstr>Quote II</vt:lpstr>
      <vt:lpstr>Six key messages and quotes</vt:lpstr>
      <vt:lpstr>Tables</vt:lpstr>
      <vt:lpstr>Table with illustrated header</vt:lpstr>
      <vt:lpstr>Sectioned summary</vt:lpstr>
      <vt:lpstr>Table with four columns</vt:lpstr>
      <vt:lpstr>Table with five columns</vt:lpstr>
      <vt:lpstr>Table with five columns, no header</vt:lpstr>
      <vt:lpstr>Team Intros</vt:lpstr>
      <vt:lpstr>Team slide with four members</vt:lpstr>
      <vt:lpstr>Team slide with four members and social media profiles I</vt:lpstr>
      <vt:lpstr>Team slide with two members and social media profiles II</vt:lpstr>
      <vt:lpstr>Team slide with three members and social media profiles III</vt:lpstr>
      <vt:lpstr>Team slide with four members and social media profiles IV</vt:lpstr>
      <vt:lpstr>Team slide with five members and social media profiles V</vt:lpstr>
      <vt:lpstr>Team slide with three profiles</vt:lpstr>
      <vt:lpstr>Six business cards</vt:lpstr>
      <vt:lpstr>Short personal profile</vt:lpstr>
      <vt:lpstr>Detailed personal profile</vt:lpstr>
      <vt:lpstr>Text Boxes</vt:lpstr>
      <vt:lpstr>Two text boxes with pictures</vt:lpstr>
      <vt:lpstr>Three text boxes with pictures</vt:lpstr>
      <vt:lpstr>Four text boxes with pictures</vt:lpstr>
      <vt:lpstr>Two text boxes with pictures, vertical</vt:lpstr>
      <vt:lpstr>Six building blocks II</vt:lpstr>
      <vt:lpstr>PowerPoint Presentation</vt:lpstr>
      <vt:lpstr>Goals I</vt:lpstr>
      <vt:lpstr>Goals II</vt:lpstr>
      <vt:lpstr>Six objectives</vt:lpstr>
      <vt:lpstr>Matrix/prioritization: 2×2</vt:lpstr>
      <vt:lpstr>Matrix/prioritization: 2×3</vt:lpstr>
      <vt:lpstr>Six objectives</vt:lpstr>
      <vt:lpstr>Three text boxes with enumeration</vt:lpstr>
      <vt:lpstr>Matrix/prioritization: 2×3</vt:lpstr>
      <vt:lpstr>Three text boxes with enumeration</vt:lpstr>
      <vt:lpstr>Four text boxes with enumeration</vt:lpstr>
      <vt:lpstr>Think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Bar II</vt:lpstr>
      <vt:lpstr>PowerPoint Presentation</vt:lpstr>
      <vt:lpstr>Item comparison: Butterfly, tornado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Football field</vt:lpstr>
      <vt:lpstr>Time series: Box and whisker, box plot</vt:lpstr>
      <vt:lpstr>Time series: Candlestick, stock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Timeline: Gantt I</vt:lpstr>
      <vt:lpstr>Timeline: Gantt II</vt:lpstr>
      <vt:lpstr>Timeline: Gantt III</vt:lpstr>
      <vt:lpstr>PowerPoint Presentation</vt:lpstr>
      <vt:lpstr>PowerPoint Presentation</vt:lpstr>
      <vt:lpstr>PowerPoint Presentation</vt:lpstr>
      <vt:lpstr>Timelines, Milestones, Projects</vt:lpstr>
      <vt:lpstr>Timeline</vt:lpstr>
      <vt:lpstr>Historical timeline</vt:lpstr>
      <vt:lpstr>Timeline with slide transitions I</vt:lpstr>
      <vt:lpstr>Timeline with slide transitions II</vt:lpstr>
      <vt:lpstr>Timeline with slide transitions III</vt:lpstr>
      <vt:lpstr>Timeline with slide transitions, horizontal I</vt:lpstr>
      <vt:lpstr>Timeline with slide transitions, horizontal II</vt:lpstr>
      <vt:lpstr>Timeline with slide transitions, horizontal III</vt:lpstr>
      <vt:lpstr>Status timeline</vt:lpstr>
      <vt:lpstr>Arched timeline</vt:lpstr>
      <vt:lpstr>Milestones I</vt:lpstr>
      <vt:lpstr>Milestones II</vt:lpstr>
      <vt:lpstr>Road map</vt:lpstr>
      <vt:lpstr>Sprint planning</vt:lpstr>
      <vt:lpstr>Monthly dashboard calendar</vt:lpstr>
      <vt:lpstr>Weekly dashboard calendar</vt:lpstr>
      <vt:lpstr>Useful Shapes, Devices, Icons</vt:lpstr>
      <vt:lpstr>Symbols</vt:lpstr>
      <vt:lpstr>Icons</vt:lpstr>
      <vt:lpstr>Puzzle pieces</vt:lpstr>
      <vt:lpstr>Gears</vt:lpstr>
      <vt:lpstr>Newsflash</vt:lpstr>
      <vt:lpstr>Newspaper</vt:lpstr>
      <vt:lpstr>Agemdas</vt:lpstr>
      <vt:lpstr>IInnffoorrmmaattiioonnccllaassssifiifcicaatitoionnppoolicliycy</vt:lpstr>
      <vt:lpstr>Adding a data classification label</vt:lpstr>
      <vt:lpstr>Text styles</vt:lpstr>
      <vt:lpstr>Auto-styling text</vt:lpstr>
      <vt:lpstr>Tips for copying, adding slides and printing</vt:lpstr>
      <vt:lpstr>Expanded color palette for data visualization</vt:lpstr>
      <vt:lpstr>Color guidelines</vt:lpstr>
      <vt:lpstr>How to create a new theme color</vt:lpstr>
      <vt:lpstr>Table guidelines</vt:lpstr>
      <vt:lpstr>Chart guidelines</vt:lpstr>
      <vt:lpstr>Image guidelines</vt:lpstr>
      <vt:lpstr>Template slides</vt:lpstr>
      <vt:lpstr>PowerPoint Presentation</vt:lpstr>
      <vt:lpstr>PowerPoint Presentation</vt:lpstr>
      <vt:lpstr>Presentation title Subhead (optional)</vt:lpstr>
      <vt:lpstr>Presentation title Subhead (optional)</vt:lpstr>
      <vt:lpstr>Presentation title Subhead (optional)</vt:lpstr>
      <vt:lpstr>PowerPoint Presentation</vt:lpstr>
      <vt:lpstr>Divider title</vt:lpstr>
      <vt:lpstr>Divider title</vt:lpstr>
      <vt:lpstr>Divider title</vt:lpstr>
      <vt:lpstr>Divider title</vt:lpstr>
      <vt:lpstr>Slide title</vt:lpstr>
      <vt:lpstr>Slide title</vt:lpstr>
      <vt:lpstr>Impact statement slide</vt:lpstr>
      <vt:lpstr>Impact statement slide</vt:lpstr>
      <vt:lpstr>2 columns</vt:lpstr>
      <vt:lpstr>2 columns</vt:lpstr>
      <vt:lpstr>3 columns</vt:lpstr>
      <vt:lpstr>3 columns</vt:lpstr>
      <vt:lpstr>4 columns</vt:lpstr>
      <vt:lpstr>4 columns</vt:lpstr>
      <vt:lpstr>Horizontal image slide</vt:lpstr>
      <vt:lpstr>Left image slide</vt:lpstr>
      <vt:lpstr>Right image slide</vt:lpstr>
      <vt:lpstr>Split slide</vt:lpstr>
      <vt:lpstr>Wide sidebar slide</vt:lpstr>
      <vt:lpstr>Medium sidebar slide</vt:lpstr>
      <vt:lpstr>Sidebar slide</vt:lpstr>
      <vt:lpstr>Sidebar slide</vt:lpstr>
      <vt:lpstr>Sidebar image slide</vt:lpstr>
      <vt:lpstr>Left sidebar slide</vt:lpstr>
      <vt:lpstr>PowerPoint Presentation</vt:lpstr>
      <vt:lpstr>Unit of measure</vt:lpstr>
      <vt:lpstr>Unit of measure</vt:lpstr>
      <vt:lpstr>Unit of measure</vt:lpstr>
      <vt:lpstr>Unit of Measure</vt:lpstr>
      <vt:lpstr>Exhibit Title</vt:lpstr>
      <vt:lpstr>Unit of Measure</vt:lpstr>
      <vt:lpstr>Exhibit Title</vt:lpstr>
      <vt:lpstr>4 Column</vt:lpstr>
      <vt:lpstr>PowerPoint Presentation</vt:lpstr>
      <vt:lpstr>2 Column</vt:lpstr>
      <vt:lpstr>3 Column</vt:lpstr>
      <vt:lpstr>5 Column</vt:lpstr>
      <vt:lpstr>6 Column</vt:lpstr>
      <vt:lpstr>7 Column</vt:lpstr>
      <vt:lpstr>8 Column</vt:lpstr>
      <vt:lpstr>Flow</vt:lpstr>
      <vt:lpstr>Flow 3</vt:lpstr>
      <vt:lpstr>Flow 4</vt:lpstr>
      <vt:lpstr>Flow 5</vt:lpstr>
      <vt:lpstr>FLOW WITH 3 COLUMN </vt:lpstr>
      <vt:lpstr>FLOW WITH 5 COLUMN 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 </vt:lpstr>
      <vt:lpstr> * Footnote Source:  Source</vt:lpstr>
      <vt:lpstr>Gantt</vt:lpstr>
      <vt:lpstr>Gantt 2</vt:lpstr>
      <vt:lpstr>Gannt 3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MOON</vt:lpstr>
      <vt:lpstr>MAPS </vt:lpstr>
      <vt:lpstr>STICKER AND OTHERS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DUAL COLUMN LINE</vt:lpstr>
      <vt:lpstr>DUAL LINE</vt:lpstr>
      <vt:lpstr>LINE</vt:lpstr>
      <vt:lpstr>PIE</vt:lpstr>
      <vt:lpstr>PIE 2</vt:lpstr>
      <vt:lpstr>RANGE HIGH LOW</vt:lpstr>
      <vt:lpstr>WATERHFLL BAR</vt:lpstr>
      <vt:lpstr>WATERHFLL COLUMN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BLADES</vt:lpstr>
      <vt:lpstr>BOX</vt:lpstr>
      <vt:lpstr>BOX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GANTT10</vt:lpstr>
      <vt:lpstr>GANTT15</vt:lpstr>
      <vt:lpstr>LEFT TO RIGHT</vt:lpstr>
      <vt:lpstr>STUDY OBJECTIVE</vt:lpstr>
      <vt:lpstr>SCALE</vt:lpstr>
      <vt:lpstr>SCALES</vt:lpstr>
      <vt:lpstr>PowerPoint Presentation</vt:lpstr>
      <vt:lpstr>2X2 CUBED</vt:lpstr>
      <vt:lpstr>2X2 EXTENDED</vt:lpstr>
      <vt:lpstr>2X2 TOWER</vt:lpstr>
      <vt:lpstr>3X3</vt:lpstr>
      <vt:lpstr>3X3 EXTENDED</vt:lpstr>
      <vt:lpstr>DIFFRACTION</vt:lpstr>
      <vt:lpstr>FLOW DOWN</vt:lpstr>
      <vt:lpstr>PASS THROUGH</vt:lpstr>
      <vt:lpstr>LEVEL 03</vt:lpstr>
      <vt:lpstr>LEVEL 09</vt:lpstr>
      <vt:lpstr>LEVEL 04</vt:lpstr>
      <vt:lpstr>LEVEL INVERTED 04</vt:lpstr>
      <vt:lpstr>LEVEL INVERTED 02</vt:lpstr>
      <vt:lpstr>LEVEL INVERTED 03</vt:lpstr>
      <vt:lpstr>LEVEL INVERTED 09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SPOTLIGHT</vt:lpstr>
      <vt:lpstr>VENN 2</vt:lpstr>
      <vt:lpstr>VENN 3</vt:lpstr>
      <vt:lpstr>SCATTER X &amp; Y</vt:lpstr>
      <vt:lpstr>RANGE HIGH LOW</vt:lpstr>
      <vt:lpstr>LEVEL 1</vt:lpstr>
      <vt:lpstr>LEVEL 3</vt:lpstr>
      <vt:lpstr>LEVEL 5</vt:lpstr>
      <vt:lpstr>FLOW 4</vt:lpstr>
      <vt:lpstr>FLOW 6 TITLE</vt:lpstr>
      <vt:lpstr>RING</vt:lpstr>
      <vt:lpstr>UPON 2</vt:lpstr>
      <vt:lpstr>RIBBON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2S-5S</vt:lpstr>
      <vt:lpstr>3CS TRIANGLE</vt:lpstr>
      <vt:lpstr>3S-4S</vt:lpstr>
      <vt:lpstr>7S</vt:lpstr>
      <vt:lpstr>BUSS PORTFOLIO</vt:lpstr>
      <vt:lpstr>CHANGE BOARD</vt:lpstr>
      <vt:lpstr>DELTA P</vt:lpstr>
      <vt:lpstr>MACS</vt:lpstr>
      <vt:lpstr>MANUHFCTURING STRATEGY</vt:lpstr>
      <vt:lpstr>PENTAGON</vt:lpstr>
      <vt:lpstr>PRICE BENEFIT</vt:lpstr>
      <vt:lpstr>STRAT GAMEBOARD</vt:lpstr>
      <vt:lpstr>STRAT MANAGE</vt:lpstr>
      <vt:lpstr>VALUE CREATION</vt:lpstr>
      <vt:lpstr>VALUE SOURCES</vt:lpstr>
      <vt:lpstr>SCALES</vt:lpstr>
      <vt:lpstr>DIFFRACTION</vt:lpstr>
      <vt:lpstr>FLOW DOWN</vt:lpstr>
      <vt:lpstr>PASS THROUGH</vt:lpstr>
      <vt:lpstr>4 BOX 3D</vt:lpstr>
      <vt:lpstr>BOUNCE</vt:lpstr>
      <vt:lpstr>PUZZLE</vt:lpstr>
      <vt:lpstr>SEESAW</vt:lpstr>
      <vt:lpstr>DECISIONS</vt:lpstr>
      <vt:lpstr>LOOPS</vt:lpstr>
      <vt:lpstr>ROLLERS</vt:lpstr>
      <vt:lpstr>WAY THRU</vt:lpstr>
      <vt:lpstr>CROSS SECTION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RANGE HIGH LOW</vt:lpstr>
      <vt:lpstr>Useful Objects</vt:lpstr>
      <vt:lpstr>STICKER AND OTHERS </vt:lpstr>
      <vt:lpstr>USEFUL OBJECTS </vt:lpstr>
      <vt:lpstr>USEFUL OBJECTS </vt:lpstr>
      <vt:lpstr>USEFUL OBJECTS </vt:lpstr>
      <vt:lpstr>PowerPoint Presentation</vt:lpstr>
      <vt:lpstr>PowerPoint Presentation</vt:lpstr>
      <vt:lpstr>PowerPoint Presentation</vt:lpstr>
      <vt:lpstr>PowerPoint Presentation</vt:lpstr>
      <vt:lpstr>Management tasks for company-wide and BU level Establishing task priorities and action plan Providing methodologies for strategy establishment</vt:lpstr>
      <vt:lpstr>PowerPoint Presentation</vt:lpstr>
      <vt:lpstr>PowerPoint Presentation</vt:lpstr>
      <vt:lpstr>PROCESS GOING FORWARD FOR K2 DEAL</vt:lpstr>
      <vt:lpstr>New business opportunity</vt:lpstr>
      <vt:lpstr>EVALUATION OF CANDIDATES FOR MEGA-MERGER</vt:lpstr>
      <vt:lpstr>STRONG CEO BENCH를 위한 주요 구성요소 – BEST PRACTICE</vt:lpstr>
      <vt:lpstr>PowerPoint Presentation</vt:lpstr>
      <vt:lpstr>PowerPoint Presentation</vt:lpstr>
      <vt:lpstr>SUMMARY OF CRM ACTIVITIES TO DATE</vt:lpstr>
      <vt:lpstr>Text</vt:lpstr>
      <vt:lpstr>PowerPoint Presentation</vt:lpstr>
      <vt:lpstr>PowerPoint Presentation</vt:lpstr>
      <vt:lpstr>PowerPoint Presentation</vt:lpstr>
      <vt:lpstr>PowerPoint Presentation</vt:lpstr>
      <vt:lpstr>MAPS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</dc:title>
  <dc:creator>Paul Perera</dc:creator>
  <cp:keywords>HyFlux</cp:keywords>
  <dc:description>Version 1.07
Job 1437
August 22, 2016</dc:description>
  <cp:revision>1</cp:revision>
  <dcterms:created xsi:type="dcterms:W3CDTF">2023-08-22T11:27:19Z</dcterms:created>
  <dcterms:modified xsi:type="dcterms:W3CDTF">2025-07-22T07:07:17Z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0x010100702C5F853618CD4BB482229A4F71B53E</vt:lpwstr>
  </property>
  <property fmtid="{D5CDD505-2E9C-101B-9397-08002B2CF9AE}" pid="3" name="MediaServiceImageTags">
    <vt:lpwstr/>
  </property>
</Properties>
</file>