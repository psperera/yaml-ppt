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16.svg" ContentType="image/svg+xml"/>
  <Override PartName="/ppt/media/image20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7" r:id="rId4"/>
    <p:sldMasterId id="2147483903" r:id="rId5"/>
    <p:sldMasterId id="2147483869" r:id="rId6"/>
  </p:sldMasterIdLst>
  <p:notesMasterIdLst>
    <p:notesMasterId r:id="rId613"/>
  </p:notesMasterIdLst>
  <p:handoutMasterIdLst>
    <p:handoutMasterId r:id="rId614"/>
  </p:handoutMasterIdLst>
  <p:sldIdLst>
    <p:sldId id="256" r:id="rId17"/>
    <p:sldId id="257" r:id="rId18"/>
    <p:sldId id="258" r:id="rId19"/>
    <p:sldId id="259" r:id="rId20"/>
    <p:sldId id="260" r:id="rId21"/>
    <p:sldId id="261" r:id="rId22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77" r:id="rId38"/>
    <p:sldId id="278" r:id="rId39"/>
    <p:sldId id="279" r:id="rId40"/>
  </p:sldIdLst>
  <p:sldSz cx="12188825" cy="6858000"/>
  <p:notesSz cx="6858000" cy="9144000"/>
  <p:custDataLst>
    <p:tags r:id="rId615"/>
  </p:custDataLst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Before you begin" id="{AD610E9D-37C5-4F14-B8C4-233D88DAE091}">
          <p14:sldIdLst>
            <p14:sldId id="323"/>
            <p14:sldId id="861"/>
            <p14:sldId id="347"/>
            <p14:sldId id="348"/>
            <p14:sldId id="324"/>
            <p14:sldId id="325"/>
            <p14:sldId id="349"/>
            <p14:sldId id="315"/>
            <p14:sldId id="329"/>
            <p14:sldId id="326"/>
            <p14:sldId id="346"/>
            <p14:sldId id="327"/>
            <p14:sldId id="328"/>
            <p14:sldId id="317"/>
            <p14:sldId id="554"/>
          </p14:sldIdLst>
        </p14:section>
        <p14:section name="Template slides" id="{ED528D42-6668-47B7-8A1D-98C302046947}">
          <p14:sldIdLst>
            <p14:sldId id="330"/>
            <p14:sldId id="294"/>
            <p14:sldId id="295"/>
            <p14:sldId id="297"/>
            <p14:sldId id="340"/>
            <p14:sldId id="341"/>
            <p14:sldId id="322"/>
            <p14:sldId id="321"/>
            <p14:sldId id="342"/>
            <p14:sldId id="332"/>
            <p14:sldId id="318"/>
            <p14:sldId id="338"/>
            <p14:sldId id="339"/>
            <p14:sldId id="319"/>
            <p14:sldId id="320"/>
            <p14:sldId id="278"/>
            <p14:sldId id="279"/>
            <p14:sldId id="264"/>
            <p14:sldId id="337"/>
            <p14:sldId id="345"/>
            <p14:sldId id="281"/>
            <p14:sldId id="270"/>
            <p14:sldId id="343"/>
            <p14:sldId id="271"/>
            <p14:sldId id="344"/>
            <p14:sldId id="335"/>
            <p14:sldId id="262"/>
            <p14:sldId id="256"/>
            <p14:sldId id="555"/>
            <p14:sldId id="556"/>
            <p14:sldId id="557"/>
            <p14:sldId id="558"/>
            <p14:sldId id="559"/>
            <p14:sldId id="560"/>
            <p14:sldId id="561"/>
            <p14:sldId id="562"/>
            <p14:sldId id="563"/>
            <p14:sldId id="564"/>
            <p14:sldId id="565"/>
            <p14:sldId id="566"/>
            <p14:sldId id="567"/>
            <p14:sldId id="568"/>
            <p14:sldId id="569"/>
            <p14:sldId id="570"/>
            <p14:sldId id="571"/>
            <p14:sldId id="572"/>
            <p14:sldId id="573"/>
            <p14:sldId id="574"/>
            <p14:sldId id="575"/>
            <p14:sldId id="576"/>
            <p14:sldId id="577"/>
            <p14:sldId id="578"/>
            <p14:sldId id="579"/>
            <p14:sldId id="580"/>
            <p14:sldId id="581"/>
            <p14:sldId id="582"/>
            <p14:sldId id="583"/>
            <p14:sldId id="584"/>
            <p14:sldId id="585"/>
            <p14:sldId id="586"/>
            <p14:sldId id="587"/>
            <p14:sldId id="588"/>
            <p14:sldId id="589"/>
            <p14:sldId id="590"/>
            <p14:sldId id="591"/>
            <p14:sldId id="592"/>
            <p14:sldId id="593"/>
            <p14:sldId id="594"/>
            <p14:sldId id="595"/>
            <p14:sldId id="596"/>
            <p14:sldId id="597"/>
            <p14:sldId id="598"/>
            <p14:sldId id="599"/>
            <p14:sldId id="600"/>
            <p14:sldId id="601"/>
            <p14:sldId id="602"/>
            <p14:sldId id="603"/>
            <p14:sldId id="604"/>
            <p14:sldId id="605"/>
            <p14:sldId id="606"/>
            <p14:sldId id="607"/>
            <p14:sldId id="608"/>
            <p14:sldId id="609"/>
            <p14:sldId id="610"/>
            <p14:sldId id="611"/>
            <p14:sldId id="612"/>
            <p14:sldId id="613"/>
            <p14:sldId id="614"/>
            <p14:sldId id="615"/>
            <p14:sldId id="616"/>
            <p14:sldId id="617"/>
            <p14:sldId id="618"/>
            <p14:sldId id="619"/>
            <p14:sldId id="620"/>
            <p14:sldId id="621"/>
            <p14:sldId id="622"/>
            <p14:sldId id="623"/>
            <p14:sldId id="624"/>
            <p14:sldId id="625"/>
            <p14:sldId id="626"/>
            <p14:sldId id="627"/>
            <p14:sldId id="628"/>
            <p14:sldId id="629"/>
            <p14:sldId id="630"/>
            <p14:sldId id="631"/>
            <p14:sldId id="632"/>
            <p14:sldId id="633"/>
            <p14:sldId id="634"/>
            <p14:sldId id="635"/>
            <p14:sldId id="636"/>
            <p14:sldId id="637"/>
            <p14:sldId id="638"/>
            <p14:sldId id="639"/>
            <p14:sldId id="640"/>
            <p14:sldId id="641"/>
            <p14:sldId id="642"/>
            <p14:sldId id="643"/>
            <p14:sldId id="644"/>
            <p14:sldId id="645"/>
            <p14:sldId id="646"/>
            <p14:sldId id="647"/>
            <p14:sldId id="648"/>
            <p14:sldId id="649"/>
            <p14:sldId id="650"/>
            <p14:sldId id="651"/>
            <p14:sldId id="652"/>
            <p14:sldId id="653"/>
            <p14:sldId id="654"/>
            <p14:sldId id="655"/>
            <p14:sldId id="656"/>
            <p14:sldId id="657"/>
            <p14:sldId id="658"/>
            <p14:sldId id="659"/>
            <p14:sldId id="660"/>
            <p14:sldId id="661"/>
            <p14:sldId id="662"/>
            <p14:sldId id="663"/>
            <p14:sldId id="664"/>
            <p14:sldId id="665"/>
            <p14:sldId id="666"/>
            <p14:sldId id="667"/>
            <p14:sldId id="668"/>
            <p14:sldId id="669"/>
            <p14:sldId id="670"/>
            <p14:sldId id="671"/>
            <p14:sldId id="672"/>
            <p14:sldId id="673"/>
            <p14:sldId id="674"/>
            <p14:sldId id="675"/>
            <p14:sldId id="676"/>
            <p14:sldId id="677"/>
            <p14:sldId id="678"/>
            <p14:sldId id="679"/>
            <p14:sldId id="680"/>
            <p14:sldId id="681"/>
            <p14:sldId id="682"/>
            <p14:sldId id="683"/>
            <p14:sldId id="684"/>
            <p14:sldId id="685"/>
            <p14:sldId id="686"/>
            <p14:sldId id="687"/>
            <p14:sldId id="688"/>
            <p14:sldId id="689"/>
            <p14:sldId id="690"/>
            <p14:sldId id="691"/>
            <p14:sldId id="692"/>
            <p14:sldId id="693"/>
            <p14:sldId id="694"/>
            <p14:sldId id="695"/>
            <p14:sldId id="696"/>
            <p14:sldId id="697"/>
            <p14:sldId id="698"/>
            <p14:sldId id="699"/>
            <p14:sldId id="700"/>
            <p14:sldId id="701"/>
            <p14:sldId id="702"/>
            <p14:sldId id="703"/>
            <p14:sldId id="704"/>
            <p14:sldId id="705"/>
            <p14:sldId id="706"/>
            <p14:sldId id="707"/>
            <p14:sldId id="708"/>
            <p14:sldId id="709"/>
            <p14:sldId id="710"/>
            <p14:sldId id="711"/>
            <p14:sldId id="712"/>
            <p14:sldId id="713"/>
            <p14:sldId id="714"/>
            <p14:sldId id="715"/>
            <p14:sldId id="716"/>
            <p14:sldId id="717"/>
            <p14:sldId id="718"/>
            <p14:sldId id="719"/>
            <p14:sldId id="720"/>
            <p14:sldId id="721"/>
            <p14:sldId id="722"/>
            <p14:sldId id="723"/>
            <p14:sldId id="724"/>
            <p14:sldId id="725"/>
            <p14:sldId id="726"/>
            <p14:sldId id="727"/>
            <p14:sldId id="728"/>
            <p14:sldId id="729"/>
            <p14:sldId id="730"/>
            <p14:sldId id="731"/>
            <p14:sldId id="732"/>
            <p14:sldId id="733"/>
            <p14:sldId id="734"/>
            <p14:sldId id="735"/>
            <p14:sldId id="736"/>
            <p14:sldId id="737"/>
            <p14:sldId id="738"/>
            <p14:sldId id="739"/>
            <p14:sldId id="740"/>
            <p14:sldId id="741"/>
            <p14:sldId id="742"/>
            <p14:sldId id="743"/>
            <p14:sldId id="744"/>
            <p14:sldId id="745"/>
            <p14:sldId id="746"/>
            <p14:sldId id="747"/>
            <p14:sldId id="748"/>
            <p14:sldId id="749"/>
            <p14:sldId id="750"/>
            <p14:sldId id="751"/>
            <p14:sldId id="752"/>
            <p14:sldId id="753"/>
            <p14:sldId id="754"/>
            <p14:sldId id="755"/>
            <p14:sldId id="756"/>
            <p14:sldId id="757"/>
            <p14:sldId id="758"/>
            <p14:sldId id="759"/>
            <p14:sldId id="760"/>
            <p14:sldId id="761"/>
            <p14:sldId id="762"/>
            <p14:sldId id="763"/>
            <p14:sldId id="764"/>
            <p14:sldId id="765"/>
            <p14:sldId id="766"/>
            <p14:sldId id="767"/>
            <p14:sldId id="768"/>
            <p14:sldId id="769"/>
            <p14:sldId id="770"/>
            <p14:sldId id="771"/>
            <p14:sldId id="772"/>
            <p14:sldId id="773"/>
            <p14:sldId id="774"/>
            <p14:sldId id="775"/>
            <p14:sldId id="776"/>
            <p14:sldId id="777"/>
            <p14:sldId id="778"/>
            <p14:sldId id="779"/>
            <p14:sldId id="780"/>
            <p14:sldId id="781"/>
            <p14:sldId id="782"/>
            <p14:sldId id="783"/>
            <p14:sldId id="784"/>
            <p14:sldId id="785"/>
            <p14:sldId id="786"/>
            <p14:sldId id="787"/>
            <p14:sldId id="788"/>
            <p14:sldId id="789"/>
            <p14:sldId id="790"/>
            <p14:sldId id="791"/>
            <p14:sldId id="792"/>
            <p14:sldId id="793"/>
            <p14:sldId id="794"/>
            <p14:sldId id="795"/>
            <p14:sldId id="796"/>
            <p14:sldId id="797"/>
            <p14:sldId id="798"/>
            <p14:sldId id="799"/>
            <p14:sldId id="800"/>
            <p14:sldId id="801"/>
            <p14:sldId id="802"/>
            <p14:sldId id="803"/>
            <p14:sldId id="804"/>
            <p14:sldId id="805"/>
            <p14:sldId id="806"/>
            <p14:sldId id="807"/>
            <p14:sldId id="808"/>
            <p14:sldId id="809"/>
            <p14:sldId id="810"/>
            <p14:sldId id="811"/>
            <p14:sldId id="812"/>
            <p14:sldId id="813"/>
            <p14:sldId id="814"/>
            <p14:sldId id="815"/>
            <p14:sldId id="816"/>
            <p14:sldId id="817"/>
            <p14:sldId id="818"/>
            <p14:sldId id="819"/>
            <p14:sldId id="820"/>
            <p14:sldId id="821"/>
            <p14:sldId id="822"/>
            <p14:sldId id="823"/>
            <p14:sldId id="824"/>
            <p14:sldId id="825"/>
            <p14:sldId id="826"/>
            <p14:sldId id="827"/>
            <p14:sldId id="828"/>
            <p14:sldId id="829"/>
            <p14:sldId id="830"/>
            <p14:sldId id="831"/>
            <p14:sldId id="832"/>
            <p14:sldId id="833"/>
            <p14:sldId id="834"/>
            <p14:sldId id="835"/>
            <p14:sldId id="836"/>
            <p14:sldId id="837"/>
            <p14:sldId id="838"/>
            <p14:sldId id="839"/>
            <p14:sldId id="840"/>
            <p14:sldId id="841"/>
            <p14:sldId id="842"/>
            <p14:sldId id="843"/>
            <p14:sldId id="844"/>
            <p14:sldId id="845"/>
            <p14:sldId id="846"/>
            <p14:sldId id="847"/>
            <p14:sldId id="848"/>
            <p14:sldId id="849"/>
            <p14:sldId id="850"/>
            <p14:sldId id="851"/>
            <p14:sldId id="852"/>
            <p14:sldId id="853"/>
            <p14:sldId id="854"/>
            <p14:sldId id="855"/>
            <p14:sldId id="856"/>
            <p14:sldId id="857"/>
            <p14:sldId id="858"/>
            <p14:sldId id="859"/>
            <p14:sldId id="860"/>
            <p14:sldId id="257"/>
            <p14:sldId id="258"/>
            <p14:sldId id="259"/>
            <p14:sldId id="260"/>
            <p14:sldId id="261"/>
            <p14:sldId id="350"/>
            <p14:sldId id="263"/>
            <p14:sldId id="267"/>
            <p14:sldId id="351"/>
            <p14:sldId id="265"/>
            <p14:sldId id="266"/>
            <p14:sldId id="268"/>
            <p14:sldId id="269"/>
            <p14:sldId id="352"/>
            <p14:sldId id="353"/>
            <p14:sldId id="272"/>
            <p14:sldId id="273"/>
            <p14:sldId id="274"/>
            <p14:sldId id="275"/>
            <p14:sldId id="276"/>
            <p14:sldId id="277"/>
            <p14:sldId id="354"/>
            <p14:sldId id="355"/>
            <p14:sldId id="280"/>
            <p14:sldId id="356"/>
            <p14:sldId id="282"/>
            <p14:sldId id="283"/>
            <p14:sldId id="284"/>
            <p14:sldId id="285"/>
            <p14:sldId id="286"/>
            <p14:sldId id="287"/>
            <p14:sldId id="288"/>
            <p14:sldId id="289"/>
            <p14:sldId id="290"/>
            <p14:sldId id="291"/>
            <p14:sldId id="292"/>
            <p14:sldId id="293"/>
            <p14:sldId id="357"/>
            <p14:sldId id="358"/>
            <p14:sldId id="296"/>
            <p14:sldId id="359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60"/>
            <p14:sldId id="316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  <p14:sldId id="372"/>
            <p14:sldId id="373"/>
            <p14:sldId id="374"/>
            <p14:sldId id="331"/>
            <p14:sldId id="375"/>
            <p14:sldId id="333"/>
            <p14:sldId id="334"/>
            <p14:sldId id="376"/>
            <p14:sldId id="336"/>
            <p14:sldId id="377"/>
            <p14:sldId id="378"/>
            <p14:sldId id="379"/>
            <p14:sldId id="380"/>
            <p14:sldId id="381"/>
            <p14:sldId id="382"/>
            <p14:sldId id="383"/>
            <p14:sldId id="384"/>
            <p14:sldId id="385"/>
            <p14:sldId id="386"/>
            <p14:sldId id="387"/>
            <p14:sldId id="38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8"/>
            <p14:sldId id="399"/>
            <p14:sldId id="400"/>
            <p14:sldId id="401"/>
            <p14:sldId id="402"/>
            <p14:sldId id="403"/>
            <p14:sldId id="404"/>
            <p14:sldId id="405"/>
            <p14:sldId id="406"/>
            <p14:sldId id="407"/>
            <p14:sldId id="408"/>
            <p14:sldId id="409"/>
            <p14:sldId id="410"/>
            <p14:sldId id="411"/>
            <p14:sldId id="412"/>
            <p14:sldId id="413"/>
            <p14:sldId id="414"/>
            <p14:sldId id="415"/>
            <p14:sldId id="416"/>
            <p14:sldId id="417"/>
            <p14:sldId id="418"/>
            <p14:sldId id="419"/>
            <p14:sldId id="420"/>
            <p14:sldId id="421"/>
            <p14:sldId id="422"/>
            <p14:sldId id="423"/>
            <p14:sldId id="424"/>
            <p14:sldId id="425"/>
            <p14:sldId id="426"/>
            <p14:sldId id="427"/>
            <p14:sldId id="428"/>
            <p14:sldId id="429"/>
            <p14:sldId id="430"/>
            <p14:sldId id="431"/>
            <p14:sldId id="432"/>
            <p14:sldId id="433"/>
            <p14:sldId id="434"/>
            <p14:sldId id="435"/>
            <p14:sldId id="436"/>
            <p14:sldId id="437"/>
            <p14:sldId id="438"/>
            <p14:sldId id="439"/>
            <p14:sldId id="440"/>
            <p14:sldId id="441"/>
            <p14:sldId id="442"/>
            <p14:sldId id="443"/>
            <p14:sldId id="444"/>
            <p14:sldId id="445"/>
            <p14:sldId id="446"/>
            <p14:sldId id="447"/>
            <p14:sldId id="448"/>
            <p14:sldId id="449"/>
            <p14:sldId id="450"/>
            <p14:sldId id="451"/>
            <p14:sldId id="452"/>
            <p14:sldId id="453"/>
            <p14:sldId id="454"/>
            <p14:sldId id="455"/>
            <p14:sldId id="456"/>
            <p14:sldId id="457"/>
            <p14:sldId id="458"/>
            <p14:sldId id="459"/>
            <p14:sldId id="460"/>
            <p14:sldId id="461"/>
            <p14:sldId id="462"/>
            <p14:sldId id="463"/>
            <p14:sldId id="464"/>
            <p14:sldId id="465"/>
            <p14:sldId id="466"/>
            <p14:sldId id="467"/>
            <p14:sldId id="468"/>
            <p14:sldId id="469"/>
            <p14:sldId id="470"/>
            <p14:sldId id="471"/>
            <p14:sldId id="472"/>
            <p14:sldId id="473"/>
            <p14:sldId id="474"/>
            <p14:sldId id="475"/>
            <p14:sldId id="476"/>
            <p14:sldId id="477"/>
            <p14:sldId id="478"/>
            <p14:sldId id="479"/>
            <p14:sldId id="480"/>
            <p14:sldId id="481"/>
            <p14:sldId id="482"/>
            <p14:sldId id="483"/>
            <p14:sldId id="484"/>
            <p14:sldId id="485"/>
            <p14:sldId id="486"/>
            <p14:sldId id="487"/>
            <p14:sldId id="488"/>
            <p14:sldId id="489"/>
            <p14:sldId id="490"/>
            <p14:sldId id="491"/>
            <p14:sldId id="492"/>
            <p14:sldId id="493"/>
            <p14:sldId id="494"/>
            <p14:sldId id="495"/>
            <p14:sldId id="496"/>
            <p14:sldId id="497"/>
            <p14:sldId id="498"/>
            <p14:sldId id="499"/>
            <p14:sldId id="500"/>
            <p14:sldId id="501"/>
            <p14:sldId id="502"/>
            <p14:sldId id="503"/>
            <p14:sldId id="504"/>
            <p14:sldId id="505"/>
            <p14:sldId id="506"/>
            <p14:sldId id="507"/>
            <p14:sldId id="508"/>
            <p14:sldId id="509"/>
            <p14:sldId id="510"/>
            <p14:sldId id="511"/>
            <p14:sldId id="512"/>
            <p14:sldId id="513"/>
            <p14:sldId id="514"/>
            <p14:sldId id="515"/>
            <p14:sldId id="516"/>
            <p14:sldId id="517"/>
            <p14:sldId id="518"/>
            <p14:sldId id="519"/>
            <p14:sldId id="520"/>
            <p14:sldId id="521"/>
            <p14:sldId id="522"/>
            <p14:sldId id="523"/>
            <p14:sldId id="524"/>
            <p14:sldId id="525"/>
            <p14:sldId id="526"/>
            <p14:sldId id="527"/>
            <p14:sldId id="528"/>
            <p14:sldId id="529"/>
            <p14:sldId id="530"/>
            <p14:sldId id="531"/>
            <p14:sldId id="532"/>
            <p14:sldId id="533"/>
            <p14:sldId id="534"/>
            <p14:sldId id="535"/>
            <p14:sldId id="536"/>
            <p14:sldId id="537"/>
            <p14:sldId id="538"/>
            <p14:sldId id="539"/>
            <p14:sldId id="540"/>
            <p14:sldId id="541"/>
            <p14:sldId id="542"/>
            <p14:sldId id="543"/>
            <p14:sldId id="544"/>
            <p14:sldId id="545"/>
            <p14:sldId id="546"/>
            <p14:sldId id="547"/>
            <p14:sldId id="548"/>
            <p14:sldId id="549"/>
            <p14:sldId id="550"/>
            <p14:sldId id="551"/>
            <p14:sldId id="552"/>
            <p14:sldId id="55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848" userDrawn="1">
          <p15:clr>
            <a:srgbClr val="A4A3A4"/>
          </p15:clr>
        </p15:guide>
        <p15:guide id="2" pos="3863" userDrawn="1">
          <p15:clr>
            <a:srgbClr val="A4A3A4"/>
          </p15:clr>
        </p15:guide>
        <p15:guide id="3" orient="horz" pos="1039">
          <p15:clr>
            <a:srgbClr val="A4A3A4"/>
          </p15:clr>
        </p15:guide>
        <p15:guide id="4" orient="horz" pos="864" userDrawn="1">
          <p15:clr>
            <a:srgbClr val="A4A3A4"/>
          </p15:clr>
        </p15:guide>
        <p15:guide id="5" orient="horz" pos="3744" userDrawn="1">
          <p15:clr>
            <a:srgbClr val="A4A3A4"/>
          </p15:clr>
        </p15:guide>
        <p15:guide id="6" orient="horz" pos="4152" userDrawn="1">
          <p15:clr>
            <a:srgbClr val="A4A3A4"/>
          </p15:clr>
        </p15:guide>
        <p15:guide id="7" pos="7398">
          <p15:clr>
            <a:srgbClr val="A4A3A4"/>
          </p15:clr>
        </p15:guide>
        <p15:guide id="8" pos="1583" userDrawn="1">
          <p15:clr>
            <a:srgbClr val="A4A3A4"/>
          </p15:clr>
        </p15:guide>
        <p15:guide id="9" pos="6695" userDrawn="1">
          <p15:clr>
            <a:srgbClr val="A4A3A4"/>
          </p15:clr>
        </p15:guide>
        <p15:guide id="10" pos="422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35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illas, Thomas (BHGE)" initials="MT(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16F79"/>
    <a:srgbClr val="1FA5B8"/>
    <a:srgbClr val="020435"/>
    <a:srgbClr val="05322B"/>
    <a:srgbClr val="FCB714"/>
    <a:srgbClr val="DB8220"/>
    <a:srgbClr val="043029"/>
    <a:srgbClr val="1D2920"/>
    <a:srgbClr val="949494"/>
    <a:srgbClr val="0F82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139C8F9-8A45-451A-BEC1-B2C232EA8E70}" v="1" dt="2025-07-22T07:07:17.807"/>
    <p1510:client id="{C0FA68C6-F668-BD7A-503D-E70D358FC376}" v="2" dt="2025-07-21T09:37:39.717"/>
  </p1510:revLst>
</p1510:revInfo>
</file>

<file path=ppt/tableStyles.xml><?xml version="1.0" encoding="utf-8"?>
<a:tblStyleLst xmlns:a="http://schemas.openxmlformats.org/drawingml/2006/main" def="{B7752061-5463-48E6-A297-43E0E91C0267}">
  <a:tblStyle styleId="{0817EA92-75D0-4044-A80A-286907CE0DDB}" styleName="GE Ruled Table">
    <a:wholeTbl>
      <a:tcTxStyle>
        <a:fontRef idx="minor">
          <a:prstClr val="black"/>
        </a:fontRef>
        <a:schemeClr val="accent2"/>
      </a:tcTxStyle>
      <a:tcStyle>
        <a:tcBdr>
          <a:left>
            <a:ln w="0" cmpd="sng">
              <a:solidFill>
                <a:schemeClr val="bg1"/>
              </a:solidFill>
            </a:ln>
          </a:left>
          <a:right>
            <a:ln w="0" cmpd="sng">
              <a:solidFill>
                <a:schemeClr val="bg1"/>
              </a:solidFill>
            </a:ln>
          </a:right>
          <a:top>
            <a:ln w="19050" cmpd="sng">
              <a:gradFill>
                <a:gsLst>
                  <a:gs pos="0">
                    <a:schemeClr val="bg1"/>
                  </a:gs>
                  <a:gs pos="25000">
                    <a:srgbClr val="B7E6FF"/>
                  </a:gs>
                  <a:gs pos="100000">
                    <a:schemeClr val="accent3"/>
                  </a:gs>
                </a:gsLst>
                <a:lin ang="0" scaled="0"/>
              </a:gradFill>
            </a:ln>
          </a:top>
          <a:bottom>
            <a:ln w="0" cmpd="sng">
              <a:solidFill>
                <a:schemeClr val="bg1"/>
              </a:solidFill>
            </a:ln>
          </a:bottom>
          <a:insideH>
            <a:ln w="19050" cmpd="sng">
              <a:gradFill>
                <a:gsLst>
                  <a:gs pos="0">
                    <a:schemeClr val="bg1"/>
                  </a:gs>
                  <a:gs pos="25000">
                    <a:srgbClr val="B7E6FF"/>
                  </a:gs>
                  <a:gs pos="100000">
                    <a:schemeClr val="accent3"/>
                  </a:gs>
                </a:gsLst>
                <a:lin ang="0" scaled="0"/>
              </a:gradFill>
            </a:ln>
          </a:insideH>
          <a:insideV>
            <a:ln w="0" cmpd="sng">
              <a:solidFill>
                <a:schemeClr val="bg1"/>
              </a:solidFill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TxStyle b="on">
        <a:fontRef idx="minor">
          <a:prstClr val="black"/>
        </a:fontRef>
        <a:schemeClr val="accent2"/>
      </a:tcTxStyle>
      <a:tcStyle>
        <a:tcBdr>
          <a:top>
            <a:ln w="0" cmpd="sng">
              <a:solidFill>
                <a:schemeClr val="lt1"/>
              </a:solidFill>
            </a:ln>
          </a:top>
          <a:insideH>
            <a:ln w="0" cmpd="sng">
              <a:solidFill>
                <a:schemeClr val="lt1"/>
              </a:solidFill>
            </a:ln>
          </a:insideH>
        </a:tcBdr>
      </a:tcStyle>
    </a:firstCol>
    <a:lastRow>
      <a:tcStyle>
        <a:tcBdr/>
      </a:tcStyle>
    </a:lastRow>
    <a:firstRow>
      <a:tcStyle>
        <a:tcBdr/>
      </a:tcStyle>
    </a:firstRow>
  </a:tblStyle>
  <a:tblStyle styleId="{B7752061-5463-48E6-A297-43E0E91C0267}" styleName="GE Solid Table">
    <a:wholeTbl>
      <a:tcTxStyle>
        <a:fontRef idx="minor">
          <a:prstClr val="black"/>
        </a:fontRef>
        <a:schemeClr val="accent2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1848"/>
        <p:guide pos="3863"/>
        <p:guide orient="horz" pos="1039"/>
        <p:guide orient="horz" pos="864"/>
        <p:guide orient="horz" pos="3744"/>
        <p:guide orient="horz" pos="4152"/>
        <p:guide pos="7398"/>
        <p:guide pos="1583"/>
        <p:guide pos="6695"/>
        <p:guide pos="4223"/>
      </p:guideLst>
    </p:cSldViewPr>
  </p:slide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35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17" Type="http://schemas.openxmlformats.org/officeDocument/2006/relationships/slide" Target="slides/slide1.xml"/><Relationship Id="rId18" Type="http://schemas.openxmlformats.org/officeDocument/2006/relationships/slide" Target="slides/slide2.xml"/><Relationship Id="rId19" Type="http://schemas.openxmlformats.org/officeDocument/2006/relationships/slide" Target="slides/slide3.xml"/><Relationship Id="rId20" Type="http://schemas.openxmlformats.org/officeDocument/2006/relationships/slide" Target="slides/slide4.xml"/><Relationship Id="rId21" Type="http://schemas.openxmlformats.org/officeDocument/2006/relationships/slide" Target="slides/slide5.xml"/><Relationship Id="rId22" Type="http://schemas.openxmlformats.org/officeDocument/2006/relationships/slide" Target="slides/slide6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32" Type="http://schemas.openxmlformats.org/officeDocument/2006/relationships/slide" Target="slides/slide16.xml"/><Relationship Id="rId33" Type="http://schemas.openxmlformats.org/officeDocument/2006/relationships/slide" Target="slides/slide17.xml"/><Relationship Id="rId34" Type="http://schemas.openxmlformats.org/officeDocument/2006/relationships/slide" Target="slides/slide18.xml"/><Relationship Id="rId35" Type="http://schemas.openxmlformats.org/officeDocument/2006/relationships/slide" Target="slides/slide19.xml"/><Relationship Id="rId36" Type="http://schemas.openxmlformats.org/officeDocument/2006/relationships/slide" Target="slides/slide20.xml"/><Relationship Id="rId37" Type="http://schemas.openxmlformats.org/officeDocument/2006/relationships/slide" Target="slides/slide21.xml"/><Relationship Id="rId38" Type="http://schemas.openxmlformats.org/officeDocument/2006/relationships/slide" Target="slides/slide22.xml"/><Relationship Id="rId39" Type="http://schemas.openxmlformats.org/officeDocument/2006/relationships/slide" Target="slides/slide23.xml"/><Relationship Id="rId40" Type="http://schemas.openxmlformats.org/officeDocument/2006/relationships/slide" Target="slides/slide24.xml"/><Relationship Id="rId613" Type="http://schemas.openxmlformats.org/officeDocument/2006/relationships/notesMaster" Target="notesMasters/notesMaster1.xml"/><Relationship Id="rId614" Type="http://schemas.openxmlformats.org/officeDocument/2006/relationships/handoutMaster" Target="handoutMasters/handoutMaster1.xml"/><Relationship Id="rId615" Type="http://schemas.openxmlformats.org/officeDocument/2006/relationships/tags" Target="tags/tag1.xml"/><Relationship Id="rId616" Type="http://schemas.openxmlformats.org/officeDocument/2006/relationships/commentAuthors" Target="commentAuthors.xml"/><Relationship Id="rId617" Type="http://schemas.openxmlformats.org/officeDocument/2006/relationships/presProps" Target="presProps.xml"/><Relationship Id="rId618" Type="http://schemas.openxmlformats.org/officeDocument/2006/relationships/viewProps" Target="viewProps.xml"/><Relationship Id="rId619" Type="http://schemas.openxmlformats.org/officeDocument/2006/relationships/theme" Target="theme/theme1.xml"/><Relationship Id="rId620" Type="http://schemas.openxmlformats.org/officeDocument/2006/relationships/tableStyles" Target="tableStyles.xml"/><Relationship Id="rId621" Type="http://schemas.microsoft.com/office/2016/11/relationships/changesInfo" Target="changesInfos/changesInfo1.xml"/><Relationship Id="rId6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ul Perera" userId="S::paul.perera@hyflux.aero::d429b3ec-9a30-4f46-95bf-12ff0d607f4e" providerId="AD" clId="Web-{C0FA68C6-F668-BD7A-503D-E70D358FC376}"/>
    <pc:docChg chg="addSld sldOrd modSection">
      <pc:chgData name="Paul Perera" userId="S::paul.perera@hyflux.aero::d429b3ec-9a30-4f46-95bf-12ff0d607f4e" providerId="AD" clId="Web-{C0FA68C6-F668-BD7A-503D-E70D358FC376}" dt="2025-07-21T09:37:39.717" v="1"/>
      <pc:docMkLst>
        <pc:docMk/>
      </pc:docMkLst>
      <pc:sldChg chg="ord">
        <pc:chgData name="Paul Perera" userId="S::paul.perera@hyflux.aero::d429b3ec-9a30-4f46-95bf-12ff0d607f4e" providerId="AD" clId="Web-{C0FA68C6-F668-BD7A-503D-E70D358FC376}" dt="2025-07-21T09:34:09.819" v="0"/>
        <pc:sldMkLst>
          <pc:docMk/>
          <pc:sldMk cId="1102871997" sldId="323"/>
        </pc:sldMkLst>
      </pc:sldChg>
      <pc:sldChg chg="new">
        <pc:chgData name="Paul Perera" userId="S::paul.perera@hyflux.aero::d429b3ec-9a30-4f46-95bf-12ff0d607f4e" providerId="AD" clId="Web-{C0FA68C6-F668-BD7A-503D-E70D358FC376}" dt="2025-07-21T09:37:39.717" v="1"/>
        <pc:sldMkLst>
          <pc:docMk/>
          <pc:sldMk cId="1623223718" sldId="861"/>
        </pc:sldMkLst>
      </pc:sldChg>
    </pc:docChg>
  </pc:docChgLst>
  <pc:docChgLst>
    <pc:chgData name="Gareth Smith" userId="S::gareth.smith@hyflux.aero::a957caf4-324a-4e0c-8023-c15da750e66e" providerId="AD" clId="Web-{73CD80D6-9935-F635-0252-AC017B8B5C1E}"/>
    <pc:docChg chg="sldOrd">
      <pc:chgData name="Gareth Smith" userId="S::gareth.smith@hyflux.aero::a957caf4-324a-4e0c-8023-c15da750e66e" providerId="AD" clId="Web-{73CD80D6-9935-F635-0252-AC017B8B5C1E}" dt="2025-02-14T16:24:50.612" v="0"/>
      <pc:docMkLst>
        <pc:docMk/>
      </pc:docMkLst>
      <pc:sldChg chg="ord">
        <pc:chgData name="Gareth Smith" userId="S::gareth.smith@hyflux.aero::a957caf4-324a-4e0c-8023-c15da750e66e" providerId="AD" clId="Web-{73CD80D6-9935-F635-0252-AC017B8B5C1E}" dt="2025-02-14T16:24:50.612" v="0"/>
        <pc:sldMkLst>
          <pc:docMk/>
          <pc:sldMk cId="3188274972" sldId="339"/>
        </pc:sldMkLst>
      </pc:sldChg>
    </pc:docChg>
  </pc:docChgLst>
  <pc:docChgLst>
    <pc:chgData name="Paul Perera" userId="a68b93c3-8f64-4c9e-9a22-0aad42aadfce" providerId="ADAL" clId="{6EF9F110-6528-5041-B01C-65377393AA63}"/>
    <pc:docChg chg="custSel modSld">
      <pc:chgData name="Paul Perera" userId="a68b93c3-8f64-4c9e-9a22-0aad42aadfce" providerId="ADAL" clId="{6EF9F110-6528-5041-B01C-65377393AA63}" dt="2024-01-21T18:41:39.663" v="129" actId="14826"/>
      <pc:docMkLst>
        <pc:docMk/>
      </pc:docMkLst>
      <pc:sldChg chg="addSp modSp mod modClrScheme chgLayout">
        <pc:chgData name="Paul Perera" userId="a68b93c3-8f64-4c9e-9a22-0aad42aadfce" providerId="ADAL" clId="{6EF9F110-6528-5041-B01C-65377393AA63}" dt="2024-01-21T16:22:17.518" v="0" actId="700"/>
        <pc:sldMkLst>
          <pc:docMk/>
          <pc:sldMk cId="0" sldId="261"/>
        </pc:sldMkLst>
      </pc:sldChg>
      <pc:sldChg chg="addSp modSp mod modClrScheme chgLayout">
        <pc:chgData name="Paul Perera" userId="a68b93c3-8f64-4c9e-9a22-0aad42aadfce" providerId="ADAL" clId="{6EF9F110-6528-5041-B01C-65377393AA63}" dt="2024-01-21T16:22:24.422" v="2" actId="700"/>
        <pc:sldMkLst>
          <pc:docMk/>
          <pc:sldMk cId="0" sldId="263"/>
        </pc:sldMkLst>
      </pc:sldChg>
      <pc:sldChg chg="addSp modSp mod modClrScheme chgLayout">
        <pc:chgData name="Paul Perera" userId="a68b93c3-8f64-4c9e-9a22-0aad42aadfce" providerId="ADAL" clId="{6EF9F110-6528-5041-B01C-65377393AA63}" dt="2024-01-21T16:22:40.487" v="4" actId="700"/>
        <pc:sldMkLst>
          <pc:docMk/>
          <pc:sldMk cId="0" sldId="272"/>
        </pc:sldMkLst>
      </pc:sldChg>
      <pc:sldChg chg="addSp modSp mod modClrScheme chgLayout">
        <pc:chgData name="Paul Perera" userId="a68b93c3-8f64-4c9e-9a22-0aad42aadfce" providerId="ADAL" clId="{6EF9F110-6528-5041-B01C-65377393AA63}" dt="2024-01-21T16:22:43.666" v="5" actId="700"/>
        <pc:sldMkLst>
          <pc:docMk/>
          <pc:sldMk cId="0" sldId="273"/>
        </pc:sldMkLst>
      </pc:sldChg>
      <pc:sldChg chg="addSp modSp mod modClrScheme chgLayout">
        <pc:chgData name="Paul Perera" userId="a68b93c3-8f64-4c9e-9a22-0aad42aadfce" providerId="ADAL" clId="{6EF9F110-6528-5041-B01C-65377393AA63}" dt="2024-01-21T16:22:46.461" v="6" actId="700"/>
        <pc:sldMkLst>
          <pc:docMk/>
          <pc:sldMk cId="0" sldId="274"/>
        </pc:sldMkLst>
      </pc:sldChg>
      <pc:sldChg chg="addSp modSp mod modClrScheme chgLayout">
        <pc:chgData name="Paul Perera" userId="a68b93c3-8f64-4c9e-9a22-0aad42aadfce" providerId="ADAL" clId="{6EF9F110-6528-5041-B01C-65377393AA63}" dt="2024-01-21T16:22:49.511" v="7" actId="700"/>
        <pc:sldMkLst>
          <pc:docMk/>
          <pc:sldMk cId="0" sldId="275"/>
        </pc:sldMkLst>
      </pc:sldChg>
      <pc:sldChg chg="addSp modSp mod modClrScheme chgLayout">
        <pc:chgData name="Paul Perera" userId="a68b93c3-8f64-4c9e-9a22-0aad42aadfce" providerId="ADAL" clId="{6EF9F110-6528-5041-B01C-65377393AA63}" dt="2024-01-21T16:23:03.372" v="8" actId="700"/>
        <pc:sldMkLst>
          <pc:docMk/>
          <pc:sldMk cId="0" sldId="305"/>
        </pc:sldMkLst>
      </pc:sldChg>
      <pc:sldChg chg="addSp modSp mod modClrScheme chgLayout">
        <pc:chgData name="Paul Perera" userId="a68b93c3-8f64-4c9e-9a22-0aad42aadfce" providerId="ADAL" clId="{6EF9F110-6528-5041-B01C-65377393AA63}" dt="2024-01-21T16:23:07.275" v="9" actId="700"/>
        <pc:sldMkLst>
          <pc:docMk/>
          <pc:sldMk cId="0" sldId="306"/>
        </pc:sldMkLst>
      </pc:sldChg>
      <pc:sldChg chg="addSp modSp mod modClrScheme chgLayout">
        <pc:chgData name="Paul Perera" userId="a68b93c3-8f64-4c9e-9a22-0aad42aadfce" providerId="ADAL" clId="{6EF9F110-6528-5041-B01C-65377393AA63}" dt="2024-01-21T16:23:11.052" v="10" actId="700"/>
        <pc:sldMkLst>
          <pc:docMk/>
          <pc:sldMk cId="0" sldId="307"/>
        </pc:sldMkLst>
      </pc:sldChg>
      <pc:sldChg chg="addSp modSp mod modClrScheme chgLayout">
        <pc:chgData name="Paul Perera" userId="a68b93c3-8f64-4c9e-9a22-0aad42aadfce" providerId="ADAL" clId="{6EF9F110-6528-5041-B01C-65377393AA63}" dt="2024-01-21T16:23:14.289" v="11" actId="700"/>
        <pc:sldMkLst>
          <pc:docMk/>
          <pc:sldMk cId="0" sldId="308"/>
        </pc:sldMkLst>
      </pc:sldChg>
      <pc:sldChg chg="addSp modSp mod modClrScheme chgLayout">
        <pc:chgData name="Paul Perera" userId="a68b93c3-8f64-4c9e-9a22-0aad42aadfce" providerId="ADAL" clId="{6EF9F110-6528-5041-B01C-65377393AA63}" dt="2024-01-21T16:23:17.151" v="12" actId="700"/>
        <pc:sldMkLst>
          <pc:docMk/>
          <pc:sldMk cId="0" sldId="309"/>
        </pc:sldMkLst>
      </pc:sldChg>
      <pc:sldChg chg="addSp modSp mod modClrScheme chgLayout">
        <pc:chgData name="Paul Perera" userId="a68b93c3-8f64-4c9e-9a22-0aad42aadfce" providerId="ADAL" clId="{6EF9F110-6528-5041-B01C-65377393AA63}" dt="2024-01-21T16:23:19.650" v="13" actId="700"/>
        <pc:sldMkLst>
          <pc:docMk/>
          <pc:sldMk cId="0" sldId="310"/>
        </pc:sldMkLst>
      </pc:sldChg>
      <pc:sldChg chg="addSp modSp mod modClrScheme chgLayout">
        <pc:chgData name="Paul Perera" userId="a68b93c3-8f64-4c9e-9a22-0aad42aadfce" providerId="ADAL" clId="{6EF9F110-6528-5041-B01C-65377393AA63}" dt="2024-01-21T16:23:22.664" v="14" actId="700"/>
        <pc:sldMkLst>
          <pc:docMk/>
          <pc:sldMk cId="0" sldId="311"/>
        </pc:sldMkLst>
      </pc:sldChg>
      <pc:sldChg chg="addSp modSp mod modClrScheme chgLayout">
        <pc:chgData name="Paul Perera" userId="a68b93c3-8f64-4c9e-9a22-0aad42aadfce" providerId="ADAL" clId="{6EF9F110-6528-5041-B01C-65377393AA63}" dt="2024-01-21T16:23:24.947" v="15" actId="700"/>
        <pc:sldMkLst>
          <pc:docMk/>
          <pc:sldMk cId="0" sldId="312"/>
        </pc:sldMkLst>
      </pc:sldChg>
      <pc:sldChg chg="addSp modSp mod modClrScheme chgLayout">
        <pc:chgData name="Paul Perera" userId="a68b93c3-8f64-4c9e-9a22-0aad42aadfce" providerId="ADAL" clId="{6EF9F110-6528-5041-B01C-65377393AA63}" dt="2024-01-21T16:23:27.777" v="16" actId="700"/>
        <pc:sldMkLst>
          <pc:docMk/>
          <pc:sldMk cId="0" sldId="313"/>
        </pc:sldMkLst>
      </pc:sldChg>
      <pc:sldChg chg="addSp modSp mod modClrScheme chgLayout">
        <pc:chgData name="Paul Perera" userId="a68b93c3-8f64-4c9e-9a22-0aad42aadfce" providerId="ADAL" clId="{6EF9F110-6528-5041-B01C-65377393AA63}" dt="2024-01-21T16:23:30.441" v="17" actId="700"/>
        <pc:sldMkLst>
          <pc:docMk/>
          <pc:sldMk cId="0" sldId="314"/>
        </pc:sldMkLst>
      </pc:sldChg>
      <pc:sldChg chg="addSp modSp mod modClrScheme chgLayout">
        <pc:chgData name="Paul Perera" userId="a68b93c3-8f64-4c9e-9a22-0aad42aadfce" providerId="ADAL" clId="{6EF9F110-6528-5041-B01C-65377393AA63}" dt="2024-01-21T16:23:35.804" v="19" actId="700"/>
        <pc:sldMkLst>
          <pc:docMk/>
          <pc:sldMk cId="0" sldId="316"/>
        </pc:sldMkLst>
      </pc:sldChg>
      <pc:sldChg chg="addSp modSp mod modClrScheme chgLayout">
        <pc:chgData name="Paul Perera" userId="a68b93c3-8f64-4c9e-9a22-0aad42aadfce" providerId="ADAL" clId="{6EF9F110-6528-5041-B01C-65377393AA63}" dt="2024-01-21T16:24:20.095" v="34" actId="700"/>
        <pc:sldMkLst>
          <pc:docMk/>
          <pc:sldMk cId="0" sldId="331"/>
        </pc:sldMkLst>
      </pc:sldChg>
      <pc:sldChg chg="addSp modSp mod modClrScheme chgLayout">
        <pc:chgData name="Paul Perera" userId="a68b93c3-8f64-4c9e-9a22-0aad42aadfce" providerId="ADAL" clId="{6EF9F110-6528-5041-B01C-65377393AA63}" dt="2024-01-21T16:24:26.380" v="36" actId="700"/>
        <pc:sldMkLst>
          <pc:docMk/>
          <pc:sldMk cId="0" sldId="333"/>
        </pc:sldMkLst>
      </pc:sldChg>
      <pc:sldChg chg="addSp modSp mod modClrScheme chgLayout">
        <pc:chgData name="Paul Perera" userId="a68b93c3-8f64-4c9e-9a22-0aad42aadfce" providerId="ADAL" clId="{6EF9F110-6528-5041-B01C-65377393AA63}" dt="2024-01-21T16:24:28.870" v="37" actId="700"/>
        <pc:sldMkLst>
          <pc:docMk/>
          <pc:sldMk cId="0" sldId="334"/>
        </pc:sldMkLst>
      </pc:sldChg>
      <pc:sldChg chg="addSp modSp mod modClrScheme chgLayout">
        <pc:chgData name="Paul Perera" userId="a68b93c3-8f64-4c9e-9a22-0aad42aadfce" providerId="ADAL" clId="{6EF9F110-6528-5041-B01C-65377393AA63}" dt="2024-01-21T16:25:08.522" v="39" actId="700"/>
        <pc:sldMkLst>
          <pc:docMk/>
          <pc:sldMk cId="0" sldId="336"/>
        </pc:sldMkLst>
      </pc:sldChg>
      <pc:sldChg chg="modSp">
        <pc:chgData name="Paul Perera" userId="a68b93c3-8f64-4c9e-9a22-0aad42aadfce" providerId="ADAL" clId="{6EF9F110-6528-5041-B01C-65377393AA63}" dt="2024-01-21T18:41:39.663" v="129" actId="14826"/>
        <pc:sldMkLst>
          <pc:docMk/>
          <pc:sldMk cId="518328559" sldId="343"/>
        </pc:sldMkLst>
      </pc:sldChg>
      <pc:sldChg chg="addSp modSp mod modClrScheme chgLayout">
        <pc:chgData name="Paul Perera" userId="a68b93c3-8f64-4c9e-9a22-0aad42aadfce" providerId="ADAL" clId="{6EF9F110-6528-5041-B01C-65377393AA63}" dt="2024-01-21T16:22:20.840" v="1" actId="700"/>
        <pc:sldMkLst>
          <pc:docMk/>
          <pc:sldMk cId="0" sldId="350"/>
        </pc:sldMkLst>
      </pc:sldChg>
      <pc:sldChg chg="addSp modSp mod modClrScheme chgLayout">
        <pc:chgData name="Paul Perera" userId="a68b93c3-8f64-4c9e-9a22-0aad42aadfce" providerId="ADAL" clId="{6EF9F110-6528-5041-B01C-65377393AA63}" dt="2024-01-21T16:22:29.372" v="3" actId="700"/>
        <pc:sldMkLst>
          <pc:docMk/>
          <pc:sldMk cId="0" sldId="351"/>
        </pc:sldMkLst>
      </pc:sldChg>
      <pc:sldChg chg="addSp modSp mod modClrScheme chgLayout">
        <pc:chgData name="Paul Perera" userId="a68b93c3-8f64-4c9e-9a22-0aad42aadfce" providerId="ADAL" clId="{6EF9F110-6528-5041-B01C-65377393AA63}" dt="2024-01-21T16:23:33.176" v="18" actId="700"/>
        <pc:sldMkLst>
          <pc:docMk/>
          <pc:sldMk cId="0" sldId="360"/>
        </pc:sldMkLst>
      </pc:sldChg>
      <pc:sldChg chg="addSp modSp mod modClrScheme chgLayout">
        <pc:chgData name="Paul Perera" userId="a68b93c3-8f64-4c9e-9a22-0aad42aadfce" providerId="ADAL" clId="{6EF9F110-6528-5041-B01C-65377393AA63}" dt="2024-01-21T16:23:38.263" v="20" actId="700"/>
        <pc:sldMkLst>
          <pc:docMk/>
          <pc:sldMk cId="0" sldId="361"/>
        </pc:sldMkLst>
      </pc:sldChg>
      <pc:sldChg chg="addSp modSp mod modClrScheme chgLayout">
        <pc:chgData name="Paul Perera" userId="a68b93c3-8f64-4c9e-9a22-0aad42aadfce" providerId="ADAL" clId="{6EF9F110-6528-5041-B01C-65377393AA63}" dt="2024-01-21T16:23:40.903" v="21" actId="700"/>
        <pc:sldMkLst>
          <pc:docMk/>
          <pc:sldMk cId="0" sldId="362"/>
        </pc:sldMkLst>
      </pc:sldChg>
      <pc:sldChg chg="addSp modSp mod modClrScheme chgLayout">
        <pc:chgData name="Paul Perera" userId="a68b93c3-8f64-4c9e-9a22-0aad42aadfce" providerId="ADAL" clId="{6EF9F110-6528-5041-B01C-65377393AA63}" dt="2024-01-21T16:23:43.597" v="22" actId="700"/>
        <pc:sldMkLst>
          <pc:docMk/>
          <pc:sldMk cId="0" sldId="363"/>
        </pc:sldMkLst>
      </pc:sldChg>
      <pc:sldChg chg="addSp modSp mod modClrScheme chgLayout">
        <pc:chgData name="Paul Perera" userId="a68b93c3-8f64-4c9e-9a22-0aad42aadfce" providerId="ADAL" clId="{6EF9F110-6528-5041-B01C-65377393AA63}" dt="2024-01-21T16:23:46.915" v="23" actId="700"/>
        <pc:sldMkLst>
          <pc:docMk/>
          <pc:sldMk cId="0" sldId="364"/>
        </pc:sldMkLst>
      </pc:sldChg>
      <pc:sldChg chg="addSp modSp mod modClrScheme chgLayout">
        <pc:chgData name="Paul Perera" userId="a68b93c3-8f64-4c9e-9a22-0aad42aadfce" providerId="ADAL" clId="{6EF9F110-6528-5041-B01C-65377393AA63}" dt="2024-01-21T16:23:53.203" v="24" actId="700"/>
        <pc:sldMkLst>
          <pc:docMk/>
          <pc:sldMk cId="0" sldId="365"/>
        </pc:sldMkLst>
      </pc:sldChg>
      <pc:sldChg chg="addSp modSp mod modClrScheme chgLayout">
        <pc:chgData name="Paul Perera" userId="a68b93c3-8f64-4c9e-9a22-0aad42aadfce" providerId="ADAL" clId="{6EF9F110-6528-5041-B01C-65377393AA63}" dt="2024-01-21T16:23:56.608" v="25" actId="700"/>
        <pc:sldMkLst>
          <pc:docMk/>
          <pc:sldMk cId="0" sldId="366"/>
        </pc:sldMkLst>
      </pc:sldChg>
      <pc:sldChg chg="addSp modSp mod modClrScheme chgLayout">
        <pc:chgData name="Paul Perera" userId="a68b93c3-8f64-4c9e-9a22-0aad42aadfce" providerId="ADAL" clId="{6EF9F110-6528-5041-B01C-65377393AA63}" dt="2024-01-21T16:23:59.655" v="26" actId="700"/>
        <pc:sldMkLst>
          <pc:docMk/>
          <pc:sldMk cId="0" sldId="367"/>
        </pc:sldMkLst>
      </pc:sldChg>
      <pc:sldChg chg="addSp modSp mod modClrScheme chgLayout">
        <pc:chgData name="Paul Perera" userId="a68b93c3-8f64-4c9e-9a22-0aad42aadfce" providerId="ADAL" clId="{6EF9F110-6528-5041-B01C-65377393AA63}" dt="2024-01-21T16:24:02.280" v="27" actId="700"/>
        <pc:sldMkLst>
          <pc:docMk/>
          <pc:sldMk cId="0" sldId="368"/>
        </pc:sldMkLst>
      </pc:sldChg>
      <pc:sldChg chg="addSp modSp mod modClrScheme chgLayout">
        <pc:chgData name="Paul Perera" userId="a68b93c3-8f64-4c9e-9a22-0aad42aadfce" providerId="ADAL" clId="{6EF9F110-6528-5041-B01C-65377393AA63}" dt="2024-01-21T16:24:04.649" v="28" actId="700"/>
        <pc:sldMkLst>
          <pc:docMk/>
          <pc:sldMk cId="0" sldId="369"/>
        </pc:sldMkLst>
      </pc:sldChg>
      <pc:sldChg chg="addSp modSp mod modClrScheme chgLayout">
        <pc:chgData name="Paul Perera" userId="a68b93c3-8f64-4c9e-9a22-0aad42aadfce" providerId="ADAL" clId="{6EF9F110-6528-5041-B01C-65377393AA63}" dt="2024-01-21T16:24:07.055" v="29" actId="700"/>
        <pc:sldMkLst>
          <pc:docMk/>
          <pc:sldMk cId="0" sldId="370"/>
        </pc:sldMkLst>
      </pc:sldChg>
      <pc:sldChg chg="addSp modSp mod modClrScheme chgLayout">
        <pc:chgData name="Paul Perera" userId="a68b93c3-8f64-4c9e-9a22-0aad42aadfce" providerId="ADAL" clId="{6EF9F110-6528-5041-B01C-65377393AA63}" dt="2024-01-21T16:24:10.216" v="30" actId="700"/>
        <pc:sldMkLst>
          <pc:docMk/>
          <pc:sldMk cId="0" sldId="371"/>
        </pc:sldMkLst>
      </pc:sldChg>
      <pc:sldChg chg="addSp modSp mod modClrScheme chgLayout">
        <pc:chgData name="Paul Perera" userId="a68b93c3-8f64-4c9e-9a22-0aad42aadfce" providerId="ADAL" clId="{6EF9F110-6528-5041-B01C-65377393AA63}" dt="2024-01-21T16:24:12.537" v="31" actId="700"/>
        <pc:sldMkLst>
          <pc:docMk/>
          <pc:sldMk cId="0" sldId="372"/>
        </pc:sldMkLst>
      </pc:sldChg>
      <pc:sldChg chg="addSp modSp mod modClrScheme chgLayout">
        <pc:chgData name="Paul Perera" userId="a68b93c3-8f64-4c9e-9a22-0aad42aadfce" providerId="ADAL" clId="{6EF9F110-6528-5041-B01C-65377393AA63}" dt="2024-01-21T16:24:15.242" v="32" actId="700"/>
        <pc:sldMkLst>
          <pc:docMk/>
          <pc:sldMk cId="0" sldId="373"/>
        </pc:sldMkLst>
      </pc:sldChg>
      <pc:sldChg chg="addSp modSp mod modClrScheme chgLayout">
        <pc:chgData name="Paul Perera" userId="a68b93c3-8f64-4c9e-9a22-0aad42aadfce" providerId="ADAL" clId="{6EF9F110-6528-5041-B01C-65377393AA63}" dt="2024-01-21T16:24:17.733" v="33" actId="700"/>
        <pc:sldMkLst>
          <pc:docMk/>
          <pc:sldMk cId="0" sldId="374"/>
        </pc:sldMkLst>
      </pc:sldChg>
      <pc:sldChg chg="addSp modSp mod modClrScheme chgLayout">
        <pc:chgData name="Paul Perera" userId="a68b93c3-8f64-4c9e-9a22-0aad42aadfce" providerId="ADAL" clId="{6EF9F110-6528-5041-B01C-65377393AA63}" dt="2024-01-21T16:24:23.663" v="35" actId="700"/>
        <pc:sldMkLst>
          <pc:docMk/>
          <pc:sldMk cId="0" sldId="375"/>
        </pc:sldMkLst>
      </pc:sldChg>
      <pc:sldChg chg="addSp modSp mod modClrScheme chgLayout">
        <pc:chgData name="Paul Perera" userId="a68b93c3-8f64-4c9e-9a22-0aad42aadfce" providerId="ADAL" clId="{6EF9F110-6528-5041-B01C-65377393AA63}" dt="2024-01-21T16:25:04.472" v="38" actId="700"/>
        <pc:sldMkLst>
          <pc:docMk/>
          <pc:sldMk cId="0" sldId="376"/>
        </pc:sldMkLst>
      </pc:sldChg>
      <pc:sldChg chg="addSp modSp mod modClrScheme chgLayout">
        <pc:chgData name="Paul Perera" userId="a68b93c3-8f64-4c9e-9a22-0aad42aadfce" providerId="ADAL" clId="{6EF9F110-6528-5041-B01C-65377393AA63}" dt="2024-01-21T16:25:11.138" v="40" actId="700"/>
        <pc:sldMkLst>
          <pc:docMk/>
          <pc:sldMk cId="0" sldId="377"/>
        </pc:sldMkLst>
      </pc:sldChg>
      <pc:sldChg chg="addSp modSp mod modClrScheme chgLayout">
        <pc:chgData name="Paul Perera" userId="a68b93c3-8f64-4c9e-9a22-0aad42aadfce" providerId="ADAL" clId="{6EF9F110-6528-5041-B01C-65377393AA63}" dt="2024-01-21T16:25:13.536" v="41" actId="700"/>
        <pc:sldMkLst>
          <pc:docMk/>
          <pc:sldMk cId="0" sldId="378"/>
        </pc:sldMkLst>
      </pc:sldChg>
      <pc:sldChg chg="addSp delSp modSp mod modClrScheme chgLayout">
        <pc:chgData name="Paul Perera" userId="a68b93c3-8f64-4c9e-9a22-0aad42aadfce" providerId="ADAL" clId="{6EF9F110-6528-5041-B01C-65377393AA63}" dt="2024-01-21T16:25:21.243" v="43" actId="700"/>
        <pc:sldMkLst>
          <pc:docMk/>
          <pc:sldMk cId="0" sldId="379"/>
        </pc:sldMkLst>
      </pc:sldChg>
      <pc:sldChg chg="addSp modSp mod modClrScheme chgLayout">
        <pc:chgData name="Paul Perera" userId="a68b93c3-8f64-4c9e-9a22-0aad42aadfce" providerId="ADAL" clId="{6EF9F110-6528-5041-B01C-65377393AA63}" dt="2024-01-21T16:25:24.865" v="44" actId="700"/>
        <pc:sldMkLst>
          <pc:docMk/>
          <pc:sldMk cId="0" sldId="380"/>
        </pc:sldMkLst>
      </pc:sldChg>
      <pc:sldChg chg="addSp modSp mod modClrScheme chgLayout">
        <pc:chgData name="Paul Perera" userId="a68b93c3-8f64-4c9e-9a22-0aad42aadfce" providerId="ADAL" clId="{6EF9F110-6528-5041-B01C-65377393AA63}" dt="2024-01-21T16:25:27.172" v="45" actId="700"/>
        <pc:sldMkLst>
          <pc:docMk/>
          <pc:sldMk cId="0" sldId="381"/>
        </pc:sldMkLst>
      </pc:sldChg>
      <pc:sldChg chg="addSp modSp mod modClrScheme chgLayout">
        <pc:chgData name="Paul Perera" userId="a68b93c3-8f64-4c9e-9a22-0aad42aadfce" providerId="ADAL" clId="{6EF9F110-6528-5041-B01C-65377393AA63}" dt="2024-01-21T16:25:29.388" v="46" actId="700"/>
        <pc:sldMkLst>
          <pc:docMk/>
          <pc:sldMk cId="0" sldId="382"/>
        </pc:sldMkLst>
      </pc:sldChg>
      <pc:sldChg chg="addSp modSp mod modClrScheme chgLayout">
        <pc:chgData name="Paul Perera" userId="a68b93c3-8f64-4c9e-9a22-0aad42aadfce" providerId="ADAL" clId="{6EF9F110-6528-5041-B01C-65377393AA63}" dt="2024-01-21T16:25:31.886" v="47" actId="700"/>
        <pc:sldMkLst>
          <pc:docMk/>
          <pc:sldMk cId="0" sldId="383"/>
        </pc:sldMkLst>
      </pc:sldChg>
      <pc:sldChg chg="addSp modSp mod modClrScheme chgLayout">
        <pc:chgData name="Paul Perera" userId="a68b93c3-8f64-4c9e-9a22-0aad42aadfce" providerId="ADAL" clId="{6EF9F110-6528-5041-B01C-65377393AA63}" dt="2024-01-21T16:25:34.145" v="48" actId="700"/>
        <pc:sldMkLst>
          <pc:docMk/>
          <pc:sldMk cId="0" sldId="384"/>
        </pc:sldMkLst>
      </pc:sldChg>
      <pc:sldChg chg="addSp modSp mod modClrScheme chgLayout">
        <pc:chgData name="Paul Perera" userId="a68b93c3-8f64-4c9e-9a22-0aad42aadfce" providerId="ADAL" clId="{6EF9F110-6528-5041-B01C-65377393AA63}" dt="2024-01-21T16:25:36.250" v="49" actId="700"/>
        <pc:sldMkLst>
          <pc:docMk/>
          <pc:sldMk cId="0" sldId="385"/>
        </pc:sldMkLst>
      </pc:sldChg>
      <pc:sldChg chg="addSp modSp mod modClrScheme chgLayout">
        <pc:chgData name="Paul Perera" userId="a68b93c3-8f64-4c9e-9a22-0aad42aadfce" providerId="ADAL" clId="{6EF9F110-6528-5041-B01C-65377393AA63}" dt="2024-01-21T16:25:38.268" v="50" actId="700"/>
        <pc:sldMkLst>
          <pc:docMk/>
          <pc:sldMk cId="0" sldId="386"/>
        </pc:sldMkLst>
      </pc:sldChg>
      <pc:sldChg chg="addSp modSp mod modClrScheme chgLayout">
        <pc:chgData name="Paul Perera" userId="a68b93c3-8f64-4c9e-9a22-0aad42aadfce" providerId="ADAL" clId="{6EF9F110-6528-5041-B01C-65377393AA63}" dt="2024-01-21T16:25:40.365" v="51" actId="700"/>
        <pc:sldMkLst>
          <pc:docMk/>
          <pc:sldMk cId="0" sldId="387"/>
        </pc:sldMkLst>
      </pc:sldChg>
      <pc:sldChg chg="addSp modSp mod modClrScheme chgLayout">
        <pc:chgData name="Paul Perera" userId="a68b93c3-8f64-4c9e-9a22-0aad42aadfce" providerId="ADAL" clId="{6EF9F110-6528-5041-B01C-65377393AA63}" dt="2024-01-21T16:25:42.600" v="52" actId="700"/>
        <pc:sldMkLst>
          <pc:docMk/>
          <pc:sldMk cId="0" sldId="388"/>
        </pc:sldMkLst>
      </pc:sldChg>
      <pc:sldChg chg="addSp modSp mod modClrScheme chgLayout">
        <pc:chgData name="Paul Perera" userId="a68b93c3-8f64-4c9e-9a22-0aad42aadfce" providerId="ADAL" clId="{6EF9F110-6528-5041-B01C-65377393AA63}" dt="2024-01-21T16:25:44.685" v="53" actId="700"/>
        <pc:sldMkLst>
          <pc:docMk/>
          <pc:sldMk cId="0" sldId="389"/>
        </pc:sldMkLst>
      </pc:sldChg>
      <pc:sldChg chg="addSp modSp mod modClrScheme chgLayout">
        <pc:chgData name="Paul Perera" userId="a68b93c3-8f64-4c9e-9a22-0aad42aadfce" providerId="ADAL" clId="{6EF9F110-6528-5041-B01C-65377393AA63}" dt="2024-01-21T16:25:46.858" v="54" actId="700"/>
        <pc:sldMkLst>
          <pc:docMk/>
          <pc:sldMk cId="0" sldId="390"/>
        </pc:sldMkLst>
      </pc:sldChg>
      <pc:sldChg chg="addSp modSp mod modClrScheme chgLayout">
        <pc:chgData name="Paul Perera" userId="a68b93c3-8f64-4c9e-9a22-0aad42aadfce" providerId="ADAL" clId="{6EF9F110-6528-5041-B01C-65377393AA63}" dt="2024-01-21T16:25:48.892" v="55" actId="700"/>
        <pc:sldMkLst>
          <pc:docMk/>
          <pc:sldMk cId="0" sldId="391"/>
        </pc:sldMkLst>
      </pc:sldChg>
      <pc:sldChg chg="addSp modSp mod modClrScheme chgLayout">
        <pc:chgData name="Paul Perera" userId="a68b93c3-8f64-4c9e-9a22-0aad42aadfce" providerId="ADAL" clId="{6EF9F110-6528-5041-B01C-65377393AA63}" dt="2024-01-21T16:25:50.954" v="56" actId="700"/>
        <pc:sldMkLst>
          <pc:docMk/>
          <pc:sldMk cId="0" sldId="392"/>
        </pc:sldMkLst>
      </pc:sldChg>
      <pc:sldChg chg="addSp modSp mod modClrScheme chgLayout">
        <pc:chgData name="Paul Perera" userId="a68b93c3-8f64-4c9e-9a22-0aad42aadfce" providerId="ADAL" clId="{6EF9F110-6528-5041-B01C-65377393AA63}" dt="2024-01-21T16:25:52.901" v="57" actId="700"/>
        <pc:sldMkLst>
          <pc:docMk/>
          <pc:sldMk cId="0" sldId="393"/>
        </pc:sldMkLst>
      </pc:sldChg>
      <pc:sldChg chg="addSp modSp mod modClrScheme chgLayout">
        <pc:chgData name="Paul Perera" userId="a68b93c3-8f64-4c9e-9a22-0aad42aadfce" providerId="ADAL" clId="{6EF9F110-6528-5041-B01C-65377393AA63}" dt="2024-01-21T16:25:55.016" v="58" actId="700"/>
        <pc:sldMkLst>
          <pc:docMk/>
          <pc:sldMk cId="0" sldId="394"/>
        </pc:sldMkLst>
      </pc:sldChg>
      <pc:sldChg chg="addSp modSp mod modClrScheme chgLayout">
        <pc:chgData name="Paul Perera" userId="a68b93c3-8f64-4c9e-9a22-0aad42aadfce" providerId="ADAL" clId="{6EF9F110-6528-5041-B01C-65377393AA63}" dt="2024-01-21T16:25:57.306" v="59" actId="700"/>
        <pc:sldMkLst>
          <pc:docMk/>
          <pc:sldMk cId="0" sldId="395"/>
        </pc:sldMkLst>
      </pc:sldChg>
      <pc:sldChg chg="addSp modSp mod modClrScheme chgLayout">
        <pc:chgData name="Paul Perera" userId="a68b93c3-8f64-4c9e-9a22-0aad42aadfce" providerId="ADAL" clId="{6EF9F110-6528-5041-B01C-65377393AA63}" dt="2024-01-21T16:25:59.855" v="60" actId="700"/>
        <pc:sldMkLst>
          <pc:docMk/>
          <pc:sldMk cId="0" sldId="396"/>
        </pc:sldMkLst>
      </pc:sldChg>
      <pc:sldChg chg="addSp modSp mod modClrScheme chgLayout">
        <pc:chgData name="Paul Perera" userId="a68b93c3-8f64-4c9e-9a22-0aad42aadfce" providerId="ADAL" clId="{6EF9F110-6528-5041-B01C-65377393AA63}" dt="2024-01-21T16:26:01.986" v="61" actId="700"/>
        <pc:sldMkLst>
          <pc:docMk/>
          <pc:sldMk cId="0" sldId="397"/>
        </pc:sldMkLst>
      </pc:sldChg>
      <pc:sldChg chg="addSp modSp mod modClrScheme chgLayout">
        <pc:chgData name="Paul Perera" userId="a68b93c3-8f64-4c9e-9a22-0aad42aadfce" providerId="ADAL" clId="{6EF9F110-6528-5041-B01C-65377393AA63}" dt="2024-01-21T16:26:06.486" v="62" actId="700"/>
        <pc:sldMkLst>
          <pc:docMk/>
          <pc:sldMk cId="0" sldId="398"/>
        </pc:sldMkLst>
      </pc:sldChg>
      <pc:sldChg chg="addSp modSp mod modClrScheme chgLayout">
        <pc:chgData name="Paul Perera" userId="a68b93c3-8f64-4c9e-9a22-0aad42aadfce" providerId="ADAL" clId="{6EF9F110-6528-5041-B01C-65377393AA63}" dt="2024-01-21T16:26:09.261" v="63" actId="700"/>
        <pc:sldMkLst>
          <pc:docMk/>
          <pc:sldMk cId="0" sldId="399"/>
        </pc:sldMkLst>
      </pc:sldChg>
      <pc:sldChg chg="addSp modSp mod modClrScheme chgLayout">
        <pc:chgData name="Paul Perera" userId="a68b93c3-8f64-4c9e-9a22-0aad42aadfce" providerId="ADAL" clId="{6EF9F110-6528-5041-B01C-65377393AA63}" dt="2024-01-21T16:26:11.428" v="64" actId="700"/>
        <pc:sldMkLst>
          <pc:docMk/>
          <pc:sldMk cId="0" sldId="400"/>
        </pc:sldMkLst>
      </pc:sldChg>
      <pc:sldChg chg="addSp modSp mod modClrScheme chgLayout">
        <pc:chgData name="Paul Perera" userId="a68b93c3-8f64-4c9e-9a22-0aad42aadfce" providerId="ADAL" clId="{6EF9F110-6528-5041-B01C-65377393AA63}" dt="2024-01-21T16:26:13.702" v="65" actId="700"/>
        <pc:sldMkLst>
          <pc:docMk/>
          <pc:sldMk cId="0" sldId="401"/>
        </pc:sldMkLst>
      </pc:sldChg>
      <pc:sldChg chg="addSp modSp mod modClrScheme chgLayout">
        <pc:chgData name="Paul Perera" userId="a68b93c3-8f64-4c9e-9a22-0aad42aadfce" providerId="ADAL" clId="{6EF9F110-6528-5041-B01C-65377393AA63}" dt="2024-01-21T16:26:16.397" v="66" actId="700"/>
        <pc:sldMkLst>
          <pc:docMk/>
          <pc:sldMk cId="0" sldId="402"/>
        </pc:sldMkLst>
      </pc:sldChg>
      <pc:sldChg chg="addSp modSp mod modClrScheme chgLayout">
        <pc:chgData name="Paul Perera" userId="a68b93c3-8f64-4c9e-9a22-0aad42aadfce" providerId="ADAL" clId="{6EF9F110-6528-5041-B01C-65377393AA63}" dt="2024-01-21T16:26:18.585" v="67" actId="700"/>
        <pc:sldMkLst>
          <pc:docMk/>
          <pc:sldMk cId="0" sldId="403"/>
        </pc:sldMkLst>
      </pc:sldChg>
      <pc:sldChg chg="addSp modSp mod modClrScheme chgLayout">
        <pc:chgData name="Paul Perera" userId="a68b93c3-8f64-4c9e-9a22-0aad42aadfce" providerId="ADAL" clId="{6EF9F110-6528-5041-B01C-65377393AA63}" dt="2024-01-21T16:26:20.743" v="68" actId="700"/>
        <pc:sldMkLst>
          <pc:docMk/>
          <pc:sldMk cId="0" sldId="404"/>
        </pc:sldMkLst>
      </pc:sldChg>
      <pc:sldChg chg="addSp modSp mod modClrScheme chgLayout">
        <pc:chgData name="Paul Perera" userId="a68b93c3-8f64-4c9e-9a22-0aad42aadfce" providerId="ADAL" clId="{6EF9F110-6528-5041-B01C-65377393AA63}" dt="2024-01-21T16:26:22.712" v="69" actId="700"/>
        <pc:sldMkLst>
          <pc:docMk/>
          <pc:sldMk cId="0" sldId="405"/>
        </pc:sldMkLst>
      </pc:sldChg>
      <pc:sldChg chg="addSp modSp mod modClrScheme chgLayout">
        <pc:chgData name="Paul Perera" userId="a68b93c3-8f64-4c9e-9a22-0aad42aadfce" providerId="ADAL" clId="{6EF9F110-6528-5041-B01C-65377393AA63}" dt="2024-01-21T16:26:24.751" v="70" actId="700"/>
        <pc:sldMkLst>
          <pc:docMk/>
          <pc:sldMk cId="0" sldId="406"/>
        </pc:sldMkLst>
      </pc:sldChg>
      <pc:sldChg chg="addSp modSp mod modClrScheme chgLayout">
        <pc:chgData name="Paul Perera" userId="a68b93c3-8f64-4c9e-9a22-0aad42aadfce" providerId="ADAL" clId="{6EF9F110-6528-5041-B01C-65377393AA63}" dt="2024-01-21T16:26:27.216" v="71" actId="700"/>
        <pc:sldMkLst>
          <pc:docMk/>
          <pc:sldMk cId="0" sldId="407"/>
        </pc:sldMkLst>
      </pc:sldChg>
      <pc:sldChg chg="addSp modSp mod modClrScheme chgLayout">
        <pc:chgData name="Paul Perera" userId="a68b93c3-8f64-4c9e-9a22-0aad42aadfce" providerId="ADAL" clId="{6EF9F110-6528-5041-B01C-65377393AA63}" dt="2024-01-21T16:26:29.361" v="72" actId="700"/>
        <pc:sldMkLst>
          <pc:docMk/>
          <pc:sldMk cId="0" sldId="408"/>
        </pc:sldMkLst>
      </pc:sldChg>
      <pc:sldChg chg="addSp modSp mod modClrScheme chgLayout">
        <pc:chgData name="Paul Perera" userId="a68b93c3-8f64-4c9e-9a22-0aad42aadfce" providerId="ADAL" clId="{6EF9F110-6528-5041-B01C-65377393AA63}" dt="2024-01-21T16:26:31.452" v="73" actId="700"/>
        <pc:sldMkLst>
          <pc:docMk/>
          <pc:sldMk cId="0" sldId="409"/>
        </pc:sldMkLst>
      </pc:sldChg>
      <pc:sldChg chg="addSp modSp mod modClrScheme chgLayout">
        <pc:chgData name="Paul Perera" userId="a68b93c3-8f64-4c9e-9a22-0aad42aadfce" providerId="ADAL" clId="{6EF9F110-6528-5041-B01C-65377393AA63}" dt="2024-01-21T16:26:33.586" v="74" actId="700"/>
        <pc:sldMkLst>
          <pc:docMk/>
          <pc:sldMk cId="0" sldId="410"/>
        </pc:sldMkLst>
      </pc:sldChg>
      <pc:sldChg chg="addSp modSp mod modClrScheme chgLayout">
        <pc:chgData name="Paul Perera" userId="a68b93c3-8f64-4c9e-9a22-0aad42aadfce" providerId="ADAL" clId="{6EF9F110-6528-5041-B01C-65377393AA63}" dt="2024-01-21T16:26:35.531" v="75" actId="700"/>
        <pc:sldMkLst>
          <pc:docMk/>
          <pc:sldMk cId="0" sldId="411"/>
        </pc:sldMkLst>
      </pc:sldChg>
      <pc:sldChg chg="addSp modSp mod modClrScheme chgLayout">
        <pc:chgData name="Paul Perera" userId="a68b93c3-8f64-4c9e-9a22-0aad42aadfce" providerId="ADAL" clId="{6EF9F110-6528-5041-B01C-65377393AA63}" dt="2024-01-21T16:26:37.675" v="76" actId="700"/>
        <pc:sldMkLst>
          <pc:docMk/>
          <pc:sldMk cId="0" sldId="412"/>
        </pc:sldMkLst>
      </pc:sldChg>
      <pc:sldChg chg="addSp modSp mod modClrScheme chgLayout">
        <pc:chgData name="Paul Perera" userId="a68b93c3-8f64-4c9e-9a22-0aad42aadfce" providerId="ADAL" clId="{6EF9F110-6528-5041-B01C-65377393AA63}" dt="2024-01-21T16:26:39.765" v="77" actId="700"/>
        <pc:sldMkLst>
          <pc:docMk/>
          <pc:sldMk cId="0" sldId="413"/>
        </pc:sldMkLst>
      </pc:sldChg>
      <pc:sldChg chg="addSp modSp mod modClrScheme chgLayout">
        <pc:chgData name="Paul Perera" userId="a68b93c3-8f64-4c9e-9a22-0aad42aadfce" providerId="ADAL" clId="{6EF9F110-6528-5041-B01C-65377393AA63}" dt="2024-01-21T16:26:41.894" v="78" actId="700"/>
        <pc:sldMkLst>
          <pc:docMk/>
          <pc:sldMk cId="0" sldId="414"/>
        </pc:sldMkLst>
      </pc:sldChg>
      <pc:sldChg chg="addSp modSp mod modClrScheme chgLayout">
        <pc:chgData name="Paul Perera" userId="a68b93c3-8f64-4c9e-9a22-0aad42aadfce" providerId="ADAL" clId="{6EF9F110-6528-5041-B01C-65377393AA63}" dt="2024-01-21T16:26:44.003" v="79" actId="700"/>
        <pc:sldMkLst>
          <pc:docMk/>
          <pc:sldMk cId="0" sldId="415"/>
        </pc:sldMkLst>
      </pc:sldChg>
      <pc:sldChg chg="addSp modSp mod modClrScheme chgLayout">
        <pc:chgData name="Paul Perera" userId="a68b93c3-8f64-4c9e-9a22-0aad42aadfce" providerId="ADAL" clId="{6EF9F110-6528-5041-B01C-65377393AA63}" dt="2024-01-21T16:26:46.255" v="80" actId="700"/>
        <pc:sldMkLst>
          <pc:docMk/>
          <pc:sldMk cId="0" sldId="416"/>
        </pc:sldMkLst>
      </pc:sldChg>
      <pc:sldChg chg="addSp modSp mod modClrScheme chgLayout">
        <pc:chgData name="Paul Perera" userId="a68b93c3-8f64-4c9e-9a22-0aad42aadfce" providerId="ADAL" clId="{6EF9F110-6528-5041-B01C-65377393AA63}" dt="2024-01-21T16:26:50.433" v="81" actId="700"/>
        <pc:sldMkLst>
          <pc:docMk/>
          <pc:sldMk cId="0" sldId="417"/>
        </pc:sldMkLst>
      </pc:sldChg>
      <pc:sldChg chg="addSp modSp mod modClrScheme chgLayout">
        <pc:chgData name="Paul Perera" userId="a68b93c3-8f64-4c9e-9a22-0aad42aadfce" providerId="ADAL" clId="{6EF9F110-6528-5041-B01C-65377393AA63}" dt="2024-01-21T16:26:52.665" v="82" actId="700"/>
        <pc:sldMkLst>
          <pc:docMk/>
          <pc:sldMk cId="0" sldId="418"/>
        </pc:sldMkLst>
      </pc:sldChg>
      <pc:sldChg chg="addSp modSp mod modClrScheme chgLayout">
        <pc:chgData name="Paul Perera" userId="a68b93c3-8f64-4c9e-9a22-0aad42aadfce" providerId="ADAL" clId="{6EF9F110-6528-5041-B01C-65377393AA63}" dt="2024-01-21T16:26:54.670" v="83" actId="700"/>
        <pc:sldMkLst>
          <pc:docMk/>
          <pc:sldMk cId="0" sldId="419"/>
        </pc:sldMkLst>
      </pc:sldChg>
      <pc:sldChg chg="addSp modSp mod modClrScheme chgLayout">
        <pc:chgData name="Paul Perera" userId="a68b93c3-8f64-4c9e-9a22-0aad42aadfce" providerId="ADAL" clId="{6EF9F110-6528-5041-B01C-65377393AA63}" dt="2024-01-21T16:26:56.721" v="84" actId="700"/>
        <pc:sldMkLst>
          <pc:docMk/>
          <pc:sldMk cId="0" sldId="420"/>
        </pc:sldMkLst>
      </pc:sldChg>
      <pc:sldChg chg="addSp modSp mod modClrScheme chgLayout">
        <pc:chgData name="Paul Perera" userId="a68b93c3-8f64-4c9e-9a22-0aad42aadfce" providerId="ADAL" clId="{6EF9F110-6528-5041-B01C-65377393AA63}" dt="2024-01-21T16:26:58.693" v="85" actId="700"/>
        <pc:sldMkLst>
          <pc:docMk/>
          <pc:sldMk cId="0" sldId="421"/>
        </pc:sldMkLst>
      </pc:sldChg>
      <pc:sldChg chg="addSp modSp mod modClrScheme chgLayout">
        <pc:chgData name="Paul Perera" userId="a68b93c3-8f64-4c9e-9a22-0aad42aadfce" providerId="ADAL" clId="{6EF9F110-6528-5041-B01C-65377393AA63}" dt="2024-01-21T16:27:01.277" v="86" actId="700"/>
        <pc:sldMkLst>
          <pc:docMk/>
          <pc:sldMk cId="0" sldId="422"/>
        </pc:sldMkLst>
      </pc:sldChg>
      <pc:sldChg chg="addSp modSp mod modClrScheme chgLayout">
        <pc:chgData name="Paul Perera" userId="a68b93c3-8f64-4c9e-9a22-0aad42aadfce" providerId="ADAL" clId="{6EF9F110-6528-5041-B01C-65377393AA63}" dt="2024-01-21T16:27:04.039" v="87" actId="700"/>
        <pc:sldMkLst>
          <pc:docMk/>
          <pc:sldMk cId="0" sldId="423"/>
        </pc:sldMkLst>
      </pc:sldChg>
      <pc:sldChg chg="addSp delSp modSp mod modClrScheme chgLayout">
        <pc:chgData name="Paul Perera" userId="a68b93c3-8f64-4c9e-9a22-0aad42aadfce" providerId="ADAL" clId="{6EF9F110-6528-5041-B01C-65377393AA63}" dt="2024-01-21T16:30:57.234" v="112" actId="21"/>
        <pc:sldMkLst>
          <pc:docMk/>
          <pc:sldMk cId="0" sldId="424"/>
        </pc:sldMkLst>
      </pc:sldChg>
      <pc:sldChg chg="modSp">
        <pc:chgData name="Paul Perera" userId="a68b93c3-8f64-4c9e-9a22-0aad42aadfce" providerId="ADAL" clId="{6EF9F110-6528-5041-B01C-65377393AA63}" dt="2024-01-21T16:30:07.578" v="105" actId="207"/>
        <pc:sldMkLst>
          <pc:docMk/>
          <pc:sldMk cId="0" sldId="425"/>
        </pc:sldMkLst>
      </pc:sldChg>
      <pc:sldChg chg="addSp modSp mod modClrScheme chgLayout">
        <pc:chgData name="Paul Perera" userId="a68b93c3-8f64-4c9e-9a22-0aad42aadfce" providerId="ADAL" clId="{6EF9F110-6528-5041-B01C-65377393AA63}" dt="2024-01-21T16:31:15.670" v="113" actId="700"/>
        <pc:sldMkLst>
          <pc:docMk/>
          <pc:sldMk cId="0" sldId="426"/>
        </pc:sldMkLst>
      </pc:sldChg>
      <pc:sldChg chg="addSp modSp mod modClrScheme chgLayout">
        <pc:chgData name="Paul Perera" userId="a68b93c3-8f64-4c9e-9a22-0aad42aadfce" providerId="ADAL" clId="{6EF9F110-6528-5041-B01C-65377393AA63}" dt="2024-01-21T16:31:19.985" v="114" actId="700"/>
        <pc:sldMkLst>
          <pc:docMk/>
          <pc:sldMk cId="0" sldId="427"/>
        </pc:sldMkLst>
      </pc:sldChg>
      <pc:sldChg chg="addSp modSp mod modClrScheme chgLayout">
        <pc:chgData name="Paul Perera" userId="a68b93c3-8f64-4c9e-9a22-0aad42aadfce" providerId="ADAL" clId="{6EF9F110-6528-5041-B01C-65377393AA63}" dt="2024-01-21T16:31:23.022" v="115" actId="700"/>
        <pc:sldMkLst>
          <pc:docMk/>
          <pc:sldMk cId="0" sldId="428"/>
        </pc:sldMkLst>
      </pc:sldChg>
      <pc:sldChg chg="addSp modSp mod modClrScheme chgLayout">
        <pc:chgData name="Paul Perera" userId="a68b93c3-8f64-4c9e-9a22-0aad42aadfce" providerId="ADAL" clId="{6EF9F110-6528-5041-B01C-65377393AA63}" dt="2024-01-21T16:31:25.290" v="116" actId="700"/>
        <pc:sldMkLst>
          <pc:docMk/>
          <pc:sldMk cId="0" sldId="429"/>
        </pc:sldMkLst>
      </pc:sldChg>
      <pc:sldChg chg="addSp modSp mod modClrScheme chgLayout">
        <pc:chgData name="Paul Perera" userId="a68b93c3-8f64-4c9e-9a22-0aad42aadfce" providerId="ADAL" clId="{6EF9F110-6528-5041-B01C-65377393AA63}" dt="2024-01-21T16:31:28.729" v="117" actId="700"/>
        <pc:sldMkLst>
          <pc:docMk/>
          <pc:sldMk cId="0" sldId="430"/>
        </pc:sldMkLst>
      </pc:sldChg>
      <pc:sldChg chg="addSp modSp mod modClrScheme chgLayout">
        <pc:chgData name="Paul Perera" userId="a68b93c3-8f64-4c9e-9a22-0aad42aadfce" providerId="ADAL" clId="{6EF9F110-6528-5041-B01C-65377393AA63}" dt="2024-01-21T16:31:30.994" v="118" actId="700"/>
        <pc:sldMkLst>
          <pc:docMk/>
          <pc:sldMk cId="0" sldId="431"/>
        </pc:sldMkLst>
      </pc:sldChg>
      <pc:sldChg chg="addSp modSp mod modClrScheme chgLayout">
        <pc:chgData name="Paul Perera" userId="a68b93c3-8f64-4c9e-9a22-0aad42aadfce" providerId="ADAL" clId="{6EF9F110-6528-5041-B01C-65377393AA63}" dt="2024-01-21T16:31:33.254" v="119" actId="700"/>
        <pc:sldMkLst>
          <pc:docMk/>
          <pc:sldMk cId="0" sldId="432"/>
        </pc:sldMkLst>
      </pc:sldChg>
      <pc:sldChg chg="addSp modSp mod modClrScheme chgLayout">
        <pc:chgData name="Paul Perera" userId="a68b93c3-8f64-4c9e-9a22-0aad42aadfce" providerId="ADAL" clId="{6EF9F110-6528-5041-B01C-65377393AA63}" dt="2024-01-21T16:59:11.692" v="120" actId="700"/>
        <pc:sldMkLst>
          <pc:docMk/>
          <pc:sldMk cId="0" sldId="433"/>
        </pc:sldMkLst>
      </pc:sldChg>
      <pc:sldChg chg="addSp modSp mod modClrScheme chgLayout">
        <pc:chgData name="Paul Perera" userId="a68b93c3-8f64-4c9e-9a22-0aad42aadfce" providerId="ADAL" clId="{6EF9F110-6528-5041-B01C-65377393AA63}" dt="2024-01-21T16:59:15.225" v="121" actId="700"/>
        <pc:sldMkLst>
          <pc:docMk/>
          <pc:sldMk cId="0" sldId="434"/>
        </pc:sldMkLst>
      </pc:sldChg>
      <pc:sldChg chg="addSp modSp mod modClrScheme chgLayout">
        <pc:chgData name="Paul Perera" userId="a68b93c3-8f64-4c9e-9a22-0aad42aadfce" providerId="ADAL" clId="{6EF9F110-6528-5041-B01C-65377393AA63}" dt="2024-01-21T16:59:33.793" v="124" actId="700"/>
        <pc:sldMkLst>
          <pc:docMk/>
          <pc:sldMk cId="0" sldId="435"/>
        </pc:sldMkLst>
      </pc:sldChg>
      <pc:sldChg chg="addSp modSp mod modClrScheme chgLayout">
        <pc:chgData name="Paul Perera" userId="a68b93c3-8f64-4c9e-9a22-0aad42aadfce" providerId="ADAL" clId="{6EF9F110-6528-5041-B01C-65377393AA63}" dt="2024-01-21T16:59:31.356" v="123" actId="700"/>
        <pc:sldMkLst>
          <pc:docMk/>
          <pc:sldMk cId="0" sldId="436"/>
        </pc:sldMkLst>
      </pc:sldChg>
      <pc:sldChg chg="addSp modSp mod modClrScheme chgLayout">
        <pc:chgData name="Paul Perera" userId="a68b93c3-8f64-4c9e-9a22-0aad42aadfce" providerId="ADAL" clId="{6EF9F110-6528-5041-B01C-65377393AA63}" dt="2024-01-21T16:59:28.102" v="122" actId="700"/>
        <pc:sldMkLst>
          <pc:docMk/>
          <pc:sldMk cId="0" sldId="437"/>
        </pc:sldMkLst>
      </pc:sldChg>
      <pc:sldChg chg="addSp modSp mod modClrScheme chgLayout">
        <pc:chgData name="Paul Perera" userId="a68b93c3-8f64-4c9e-9a22-0aad42aadfce" providerId="ADAL" clId="{6EF9F110-6528-5041-B01C-65377393AA63}" dt="2024-01-21T16:59:41.245" v="126" actId="700"/>
        <pc:sldMkLst>
          <pc:docMk/>
          <pc:sldMk cId="0" sldId="438"/>
        </pc:sldMkLst>
      </pc:sldChg>
      <pc:sldChg chg="addSp modSp mod modClrScheme chgLayout">
        <pc:chgData name="Paul Perera" userId="a68b93c3-8f64-4c9e-9a22-0aad42aadfce" providerId="ADAL" clId="{6EF9F110-6528-5041-B01C-65377393AA63}" dt="2024-01-21T16:59:38.303" v="125" actId="700"/>
        <pc:sldMkLst>
          <pc:docMk/>
          <pc:sldMk cId="0" sldId="439"/>
        </pc:sldMkLst>
      </pc:sldChg>
      <pc:sldChg chg="addSp modSp mod modClrScheme chgLayout">
        <pc:chgData name="Paul Perera" userId="a68b93c3-8f64-4c9e-9a22-0aad42aadfce" providerId="ADAL" clId="{6EF9F110-6528-5041-B01C-65377393AA63}" dt="2024-01-21T16:59:43.855" v="127" actId="700"/>
        <pc:sldMkLst>
          <pc:docMk/>
          <pc:sldMk cId="0" sldId="440"/>
        </pc:sldMkLst>
      </pc:sldChg>
      <pc:sldChg chg="addSp modSp mod modClrScheme chgLayout">
        <pc:chgData name="Paul Perera" userId="a68b93c3-8f64-4c9e-9a22-0aad42aadfce" providerId="ADAL" clId="{6EF9F110-6528-5041-B01C-65377393AA63}" dt="2024-01-21T16:59:47.645" v="128" actId="700"/>
        <pc:sldMkLst>
          <pc:docMk/>
          <pc:sldMk cId="0" sldId="441"/>
        </pc:sldMkLst>
      </pc:sldChg>
    </pc:docChg>
  </pc:docChgLst>
  <pc:docChgLst>
    <pc:chgData name="Paul Perera" userId="S::paul.perera@hyflux.aero::d429b3ec-9a30-4f46-95bf-12ff0d607f4e" providerId="AD" clId="Web-{24B20FDA-ACA5-2CA1-9802-6474D64CD1B9}"/>
    <pc:docChg chg="modSld">
      <pc:chgData name="Paul Perera" userId="S::paul.perera@hyflux.aero::d429b3ec-9a30-4f46-95bf-12ff0d607f4e" providerId="AD" clId="Web-{24B20FDA-ACA5-2CA1-9802-6474D64CD1B9}" dt="2025-02-14T17:52:36.292" v="1" actId="20577"/>
      <pc:docMkLst>
        <pc:docMk/>
      </pc:docMkLst>
      <pc:sldChg chg="modSp">
        <pc:chgData name="Paul Perera" userId="S::paul.perera@hyflux.aero::d429b3ec-9a30-4f46-95bf-12ff0d607f4e" providerId="AD" clId="Web-{24B20FDA-ACA5-2CA1-9802-6474D64CD1B9}" dt="2025-02-14T17:52:36.292" v="1" actId="20577"/>
        <pc:sldMkLst>
          <pc:docMk/>
          <pc:sldMk cId="1102871997" sldId="323"/>
        </pc:sldMkLst>
      </pc:sldChg>
    </pc:docChg>
  </pc:docChgLst>
  <pc:docChgLst>
    <pc:chgData name="Paul Perera" userId="S::paul.perera@hyflux.aero::d429b3ec-9a30-4f46-95bf-12ff0d607f4e" providerId="AD" clId="Web-{ABCE7139-AEE3-07A3-674E-5AFB80C505CB}"/>
    <pc:docChg chg="addSld delSld modSld modSection">
      <pc:chgData name="Paul Perera" userId="S::paul.perera@hyflux.aero::d429b3ec-9a30-4f46-95bf-12ff0d607f4e" providerId="AD" clId="Web-{ABCE7139-AEE3-07A3-674E-5AFB80C505CB}" dt="2025-02-14T16:23:52.675" v="63"/>
      <pc:docMkLst>
        <pc:docMk/>
      </pc:docMkLst>
      <pc:sldChg chg="modSp">
        <pc:chgData name="Paul Perera" userId="S::paul.perera@hyflux.aero::d429b3ec-9a30-4f46-95bf-12ff0d607f4e" providerId="AD" clId="Web-{ABCE7139-AEE3-07A3-674E-5AFB80C505CB}" dt="2025-02-14T16:08:34.983" v="22" actId="20577"/>
        <pc:sldMkLst>
          <pc:docMk/>
          <pc:sldMk cId="0" sldId="551"/>
        </pc:sldMkLst>
      </pc:sldChg>
      <pc:sldChg chg="modSp">
        <pc:chgData name="Paul Perera" userId="S::paul.perera@hyflux.aero::d429b3ec-9a30-4f46-95bf-12ff0d607f4e" providerId="AD" clId="Web-{ABCE7139-AEE3-07A3-674E-5AFB80C505CB}" dt="2025-02-14T15:48:53.067" v="4" actId="14100"/>
        <pc:sldMkLst>
          <pc:docMk/>
          <pc:sldMk cId="0" sldId="568"/>
        </pc:sldMkLst>
      </pc:sldChg>
      <pc:sldChg chg="delSp">
        <pc:chgData name="Paul Perera" userId="S::paul.perera@hyflux.aero::d429b3ec-9a30-4f46-95bf-12ff0d607f4e" providerId="AD" clId="Web-{ABCE7139-AEE3-07A3-674E-5AFB80C505CB}" dt="2025-02-14T15:50:05.615" v="6"/>
        <pc:sldMkLst>
          <pc:docMk/>
          <pc:sldMk cId="0" sldId="576"/>
        </pc:sldMkLst>
      </pc:sldChg>
      <pc:sldChg chg="delSp modSp">
        <pc:chgData name="Paul Perera" userId="S::paul.perera@hyflux.aero::d429b3ec-9a30-4f46-95bf-12ff0d607f4e" providerId="AD" clId="Web-{ABCE7139-AEE3-07A3-674E-5AFB80C505CB}" dt="2025-02-14T15:50:43.116" v="9"/>
        <pc:sldMkLst>
          <pc:docMk/>
          <pc:sldMk cId="0" sldId="577"/>
        </pc:sldMkLst>
      </pc:sldChg>
      <pc:sldChg chg="delSp">
        <pc:chgData name="Paul Perera" userId="S::paul.perera@hyflux.aero::d429b3ec-9a30-4f46-95bf-12ff0d607f4e" providerId="AD" clId="Web-{ABCE7139-AEE3-07A3-674E-5AFB80C505CB}" dt="2025-02-14T15:51:20.101" v="11"/>
        <pc:sldMkLst>
          <pc:docMk/>
          <pc:sldMk cId="0" sldId="578"/>
        </pc:sldMkLst>
      </pc:sldChg>
      <pc:sldChg chg="delSp modSp add del">
        <pc:chgData name="Paul Perera" userId="S::paul.perera@hyflux.aero::d429b3ec-9a30-4f46-95bf-12ff0d607f4e" providerId="AD" clId="Web-{ABCE7139-AEE3-07A3-674E-5AFB80C505CB}" dt="2025-02-14T15:56:18.592" v="16"/>
        <pc:sldMkLst>
          <pc:docMk/>
          <pc:sldMk cId="0" sldId="579"/>
        </pc:sldMkLst>
      </pc:sldChg>
      <pc:sldChg chg="delSp">
        <pc:chgData name="Paul Perera" userId="S::paul.perera@hyflux.aero::d429b3ec-9a30-4f46-95bf-12ff0d607f4e" providerId="AD" clId="Web-{ABCE7139-AEE3-07A3-674E-5AFB80C505CB}" dt="2025-02-14T16:04:56.510" v="17"/>
        <pc:sldMkLst>
          <pc:docMk/>
          <pc:sldMk cId="0" sldId="580"/>
        </pc:sldMkLst>
      </pc:sldChg>
      <pc:sldChg chg="delSp">
        <pc:chgData name="Paul Perera" userId="S::paul.perera@hyflux.aero::d429b3ec-9a30-4f46-95bf-12ff0d607f4e" providerId="AD" clId="Web-{ABCE7139-AEE3-07A3-674E-5AFB80C505CB}" dt="2025-02-14T16:05:30.714" v="19"/>
        <pc:sldMkLst>
          <pc:docMk/>
          <pc:sldMk cId="0" sldId="581"/>
        </pc:sldMkLst>
      </pc:sldChg>
      <pc:sldChg chg="delSp">
        <pc:chgData name="Paul Perera" userId="S::paul.perera@hyflux.aero::d429b3ec-9a30-4f46-95bf-12ff0d607f4e" providerId="AD" clId="Web-{ABCE7139-AEE3-07A3-674E-5AFB80C505CB}" dt="2025-02-14T16:05:52.402" v="21"/>
        <pc:sldMkLst>
          <pc:docMk/>
          <pc:sldMk cId="0" sldId="582"/>
        </pc:sldMkLst>
      </pc:sldChg>
      <pc:sldChg chg="addSp delSp">
        <pc:chgData name="Paul Perera" userId="S::paul.perera@hyflux.aero::d429b3ec-9a30-4f46-95bf-12ff0d607f4e" providerId="AD" clId="Web-{ABCE7139-AEE3-07A3-674E-5AFB80C505CB}" dt="2025-02-14T16:23:52.675" v="63"/>
        <pc:sldMkLst>
          <pc:docMk/>
          <pc:sldMk cId="0" sldId="688"/>
        </pc:sldMkLst>
      </pc:sldChg>
      <pc:sldChg chg="delSp">
        <pc:chgData name="Paul Perera" userId="S::paul.perera@hyflux.aero::d429b3ec-9a30-4f46-95bf-12ff0d607f4e" providerId="AD" clId="Web-{ABCE7139-AEE3-07A3-674E-5AFB80C505CB}" dt="2025-02-14T16:20:56.109" v="58"/>
        <pc:sldMkLst>
          <pc:docMk/>
          <pc:sldMk cId="0" sldId="689"/>
        </pc:sldMkLst>
      </pc:sldChg>
      <pc:sldChg chg="delSp">
        <pc:chgData name="Paul Perera" userId="S::paul.perera@hyflux.aero::d429b3ec-9a30-4f46-95bf-12ff0d607f4e" providerId="AD" clId="Web-{ABCE7139-AEE3-07A3-674E-5AFB80C505CB}" dt="2025-02-14T16:20:42.234" v="56"/>
        <pc:sldMkLst>
          <pc:docMk/>
          <pc:sldMk cId="0" sldId="690"/>
        </pc:sldMkLst>
      </pc:sldChg>
      <pc:sldChg chg="delSp">
        <pc:chgData name="Paul Perera" userId="S::paul.perera@hyflux.aero::d429b3ec-9a30-4f46-95bf-12ff0d607f4e" providerId="AD" clId="Web-{ABCE7139-AEE3-07A3-674E-5AFB80C505CB}" dt="2025-02-14T16:20:29.171" v="54"/>
        <pc:sldMkLst>
          <pc:docMk/>
          <pc:sldMk cId="0" sldId="691"/>
        </pc:sldMkLst>
      </pc:sldChg>
      <pc:sldChg chg="delSp modSp">
        <pc:chgData name="Paul Perera" userId="S::paul.perera@hyflux.aero::d429b3ec-9a30-4f46-95bf-12ff0d607f4e" providerId="AD" clId="Web-{ABCE7139-AEE3-07A3-674E-5AFB80C505CB}" dt="2025-02-14T16:20:16.155" v="52" actId="1076"/>
        <pc:sldMkLst>
          <pc:docMk/>
          <pc:sldMk cId="0" sldId="692"/>
        </pc:sldMkLst>
      </pc:sldChg>
      <pc:sldChg chg="delSp">
        <pc:chgData name="Paul Perera" userId="S::paul.perera@hyflux.aero::d429b3ec-9a30-4f46-95bf-12ff0d607f4e" providerId="AD" clId="Web-{ABCE7139-AEE3-07A3-674E-5AFB80C505CB}" dt="2025-02-14T16:18:58.653" v="44"/>
        <pc:sldMkLst>
          <pc:docMk/>
          <pc:sldMk cId="0" sldId="693"/>
        </pc:sldMkLst>
      </pc:sldChg>
      <pc:sldChg chg="delSp">
        <pc:chgData name="Paul Perera" userId="S::paul.perera@hyflux.aero::d429b3ec-9a30-4f46-95bf-12ff0d607f4e" providerId="AD" clId="Web-{ABCE7139-AEE3-07A3-674E-5AFB80C505CB}" dt="2025-02-14T16:18:47.590" v="43"/>
        <pc:sldMkLst>
          <pc:docMk/>
          <pc:sldMk cId="0" sldId="694"/>
        </pc:sldMkLst>
      </pc:sldChg>
      <pc:sldChg chg="delSp">
        <pc:chgData name="Paul Perera" userId="S::paul.perera@hyflux.aero::d429b3ec-9a30-4f46-95bf-12ff0d607f4e" providerId="AD" clId="Web-{ABCE7139-AEE3-07A3-674E-5AFB80C505CB}" dt="2025-02-14T16:18:29.809" v="42"/>
        <pc:sldMkLst>
          <pc:docMk/>
          <pc:sldMk cId="0" sldId="695"/>
        </pc:sldMkLst>
      </pc:sldChg>
      <pc:sldChg chg="delSp">
        <pc:chgData name="Paul Perera" userId="S::paul.perera@hyflux.aero::d429b3ec-9a30-4f46-95bf-12ff0d607f4e" providerId="AD" clId="Web-{ABCE7139-AEE3-07A3-674E-5AFB80C505CB}" dt="2025-02-14T16:16:23.431" v="41"/>
        <pc:sldMkLst>
          <pc:docMk/>
          <pc:sldMk cId="0" sldId="696"/>
        </pc:sldMkLst>
      </pc:sldChg>
      <pc:sldChg chg="delSp">
        <pc:chgData name="Paul Perera" userId="S::paul.perera@hyflux.aero::d429b3ec-9a30-4f46-95bf-12ff0d607f4e" providerId="AD" clId="Web-{ABCE7139-AEE3-07A3-674E-5AFB80C505CB}" dt="2025-02-14T16:16:00.821" v="40"/>
        <pc:sldMkLst>
          <pc:docMk/>
          <pc:sldMk cId="0" sldId="697"/>
        </pc:sldMkLst>
      </pc:sldChg>
      <pc:sldChg chg="delSp">
        <pc:chgData name="Paul Perera" userId="S::paul.perera@hyflux.aero::d429b3ec-9a30-4f46-95bf-12ff0d607f4e" providerId="AD" clId="Web-{ABCE7139-AEE3-07A3-674E-5AFB80C505CB}" dt="2025-02-14T16:15:19.273" v="39"/>
        <pc:sldMkLst>
          <pc:docMk/>
          <pc:sldMk cId="0" sldId="698"/>
        </pc:sldMkLst>
      </pc:sldChg>
      <pc:sldChg chg="delSp">
        <pc:chgData name="Paul Perera" userId="S::paul.perera@hyflux.aero::d429b3ec-9a30-4f46-95bf-12ff0d607f4e" providerId="AD" clId="Web-{ABCE7139-AEE3-07A3-674E-5AFB80C505CB}" dt="2025-02-14T16:14:44.819" v="38"/>
        <pc:sldMkLst>
          <pc:docMk/>
          <pc:sldMk cId="0" sldId="699"/>
        </pc:sldMkLst>
      </pc:sldChg>
      <pc:sldChg chg="delSp">
        <pc:chgData name="Paul Perera" userId="S::paul.perera@hyflux.aero::d429b3ec-9a30-4f46-95bf-12ff0d607f4e" providerId="AD" clId="Web-{ABCE7139-AEE3-07A3-674E-5AFB80C505CB}" dt="2025-02-14T16:14:30.054" v="37"/>
        <pc:sldMkLst>
          <pc:docMk/>
          <pc:sldMk cId="0" sldId="700"/>
        </pc:sldMkLst>
      </pc:sldChg>
      <pc:sldChg chg="addSp delSp">
        <pc:chgData name="Paul Perera" userId="S::paul.perera@hyflux.aero::d429b3ec-9a30-4f46-95bf-12ff0d607f4e" providerId="AD" clId="Web-{ABCE7139-AEE3-07A3-674E-5AFB80C505CB}" dt="2025-02-14T16:13:16.364" v="36"/>
        <pc:sldMkLst>
          <pc:docMk/>
          <pc:sldMk cId="0" sldId="701"/>
        </pc:sldMkLst>
      </pc:sldChg>
      <pc:sldChg chg="delSp">
        <pc:chgData name="Paul Perera" userId="S::paul.perera@hyflux.aero::d429b3ec-9a30-4f46-95bf-12ff0d607f4e" providerId="AD" clId="Web-{ABCE7139-AEE3-07A3-674E-5AFB80C505CB}" dt="2025-02-14T16:10:49.971" v="24"/>
        <pc:sldMkLst>
          <pc:docMk/>
          <pc:sldMk cId="0" sldId="702"/>
        </pc:sldMkLst>
      </pc:sldChg>
      <pc:sldChg chg="delSp">
        <pc:chgData name="Paul Perera" userId="S::paul.perera@hyflux.aero::d429b3ec-9a30-4f46-95bf-12ff0d607f4e" providerId="AD" clId="Web-{ABCE7139-AEE3-07A3-674E-5AFB80C505CB}" dt="2025-02-14T16:11:10.690" v="25"/>
        <pc:sldMkLst>
          <pc:docMk/>
          <pc:sldMk cId="0" sldId="703"/>
        </pc:sldMkLst>
      </pc:sldChg>
      <pc:sldChg chg="delSp modSp">
        <pc:chgData name="Paul Perera" userId="S::paul.perera@hyflux.aero::d429b3ec-9a30-4f46-95bf-12ff0d607f4e" providerId="AD" clId="Web-{ABCE7139-AEE3-07A3-674E-5AFB80C505CB}" dt="2025-02-14T16:12:47.739" v="34" actId="20577"/>
        <pc:sldMkLst>
          <pc:docMk/>
          <pc:sldMk cId="0" sldId="704"/>
        </pc:sldMkLst>
      </pc:sldChg>
    </pc:docChg>
  </pc:docChgLst>
  <pc:docChgLst>
    <pc:chgData name="Paul Perera" userId="a68b93c3-8f64-4c9e-9a22-0aad42aadfce" providerId="ADAL" clId="{904B3950-C32A-3C4F-B09F-4AA2F9393004}"/>
    <pc:docChg chg="undo custSel modSld modMainMaster">
      <pc:chgData name="Paul Perera" userId="a68b93c3-8f64-4c9e-9a22-0aad42aadfce" providerId="ADAL" clId="{904B3950-C32A-3C4F-B09F-4AA2F9393004}" dt="2024-01-21T14:42:10.854" v="365" actId="20577"/>
      <pc:docMkLst>
        <pc:docMk/>
      </pc:docMkLst>
      <pc:sldChg chg="modSp mod">
        <pc:chgData name="Paul Perera" userId="a68b93c3-8f64-4c9e-9a22-0aad42aadfce" providerId="ADAL" clId="{904B3950-C32A-3C4F-B09F-4AA2F9393004}" dt="2024-01-21T14:31:32.057" v="42" actId="1076"/>
        <pc:sldMkLst>
          <pc:docMk/>
          <pc:sldMk cId="0" sldId="261"/>
        </pc:sldMkLst>
      </pc:sldChg>
      <pc:sldChg chg="addSp delSp modSp mod">
        <pc:chgData name="Paul Perera" userId="a68b93c3-8f64-4c9e-9a22-0aad42aadfce" providerId="ADAL" clId="{904B3950-C32A-3C4F-B09F-4AA2F9393004}" dt="2024-01-21T14:32:38.221" v="101" actId="478"/>
        <pc:sldMkLst>
          <pc:docMk/>
          <pc:sldMk cId="0" sldId="263"/>
        </pc:sldMkLst>
      </pc:sldChg>
      <pc:sldChg chg="addSp delSp modSp mod">
        <pc:chgData name="Paul Perera" userId="a68b93c3-8f64-4c9e-9a22-0aad42aadfce" providerId="ADAL" clId="{904B3950-C32A-3C4F-B09F-4AA2F9393004}" dt="2024-01-21T14:32:17.328" v="74" actId="1076"/>
        <pc:sldMkLst>
          <pc:docMk/>
          <pc:sldMk cId="0" sldId="265"/>
        </pc:sldMkLst>
      </pc:sldChg>
      <pc:sldChg chg="addSp delSp modSp mod">
        <pc:chgData name="Paul Perera" userId="a68b93c3-8f64-4c9e-9a22-0aad42aadfce" providerId="ADAL" clId="{904B3950-C32A-3C4F-B09F-4AA2F9393004}" dt="2024-01-21T14:34:19.233" v="109" actId="20577"/>
        <pc:sldMkLst>
          <pc:docMk/>
          <pc:sldMk cId="0" sldId="266"/>
        </pc:sldMkLst>
      </pc:sldChg>
      <pc:sldChg chg="addSp delSp modSp mod">
        <pc:chgData name="Paul Perera" userId="a68b93c3-8f64-4c9e-9a22-0aad42aadfce" providerId="ADAL" clId="{904B3950-C32A-3C4F-B09F-4AA2F9393004}" dt="2024-01-21T14:32:25.993" v="85" actId="478"/>
        <pc:sldMkLst>
          <pc:docMk/>
          <pc:sldMk cId="0" sldId="267"/>
        </pc:sldMkLst>
      </pc:sldChg>
      <pc:sldChg chg="addSp delSp modSp mod">
        <pc:chgData name="Paul Perera" userId="a68b93c3-8f64-4c9e-9a22-0aad42aadfce" providerId="ADAL" clId="{904B3950-C32A-3C4F-B09F-4AA2F9393004}" dt="2024-01-21T14:34:31.661" v="120" actId="478"/>
        <pc:sldMkLst>
          <pc:docMk/>
          <pc:sldMk cId="0" sldId="268"/>
        </pc:sldMkLst>
      </pc:sldChg>
      <pc:sldChg chg="addSp delSp modSp mod">
        <pc:chgData name="Paul Perera" userId="a68b93c3-8f64-4c9e-9a22-0aad42aadfce" providerId="ADAL" clId="{904B3950-C32A-3C4F-B09F-4AA2F9393004}" dt="2024-01-21T14:34:47.864" v="133" actId="20577"/>
        <pc:sldMkLst>
          <pc:docMk/>
          <pc:sldMk cId="0" sldId="269"/>
        </pc:sldMkLst>
      </pc:sldChg>
      <pc:sldChg chg="addSp delSp modSp mod">
        <pc:chgData name="Paul Perera" userId="a68b93c3-8f64-4c9e-9a22-0aad42aadfce" providerId="ADAL" clId="{904B3950-C32A-3C4F-B09F-4AA2F9393004}" dt="2024-01-21T14:35:15.631" v="157" actId="1076"/>
        <pc:sldMkLst>
          <pc:docMk/>
          <pc:sldMk cId="0" sldId="272"/>
        </pc:sldMkLst>
      </pc:sldChg>
      <pc:sldChg chg="addSp delSp modSp mod">
        <pc:chgData name="Paul Perera" userId="a68b93c3-8f64-4c9e-9a22-0aad42aadfce" providerId="ADAL" clId="{904B3950-C32A-3C4F-B09F-4AA2F9393004}" dt="2024-01-21T14:35:28.869" v="167" actId="1076"/>
        <pc:sldMkLst>
          <pc:docMk/>
          <pc:sldMk cId="0" sldId="273"/>
        </pc:sldMkLst>
      </pc:sldChg>
      <pc:sldChg chg="addSp delSp modSp mod">
        <pc:chgData name="Paul Perera" userId="a68b93c3-8f64-4c9e-9a22-0aad42aadfce" providerId="ADAL" clId="{904B3950-C32A-3C4F-B09F-4AA2F9393004}" dt="2024-01-21T14:35:43.519" v="175" actId="1076"/>
        <pc:sldMkLst>
          <pc:docMk/>
          <pc:sldMk cId="0" sldId="274"/>
        </pc:sldMkLst>
      </pc:sldChg>
      <pc:sldChg chg="addSp delSp modSp mod">
        <pc:chgData name="Paul Perera" userId="a68b93c3-8f64-4c9e-9a22-0aad42aadfce" providerId="ADAL" clId="{904B3950-C32A-3C4F-B09F-4AA2F9393004}" dt="2024-01-21T14:35:56.773" v="191" actId="1076"/>
        <pc:sldMkLst>
          <pc:docMk/>
          <pc:sldMk cId="0" sldId="275"/>
        </pc:sldMkLst>
      </pc:sldChg>
      <pc:sldChg chg="addSp delSp modSp mod">
        <pc:chgData name="Paul Perera" userId="a68b93c3-8f64-4c9e-9a22-0aad42aadfce" providerId="ADAL" clId="{904B3950-C32A-3C4F-B09F-4AA2F9393004}" dt="2024-01-21T14:36:08.145" v="195"/>
        <pc:sldMkLst>
          <pc:docMk/>
          <pc:sldMk cId="0" sldId="276"/>
        </pc:sldMkLst>
      </pc:sldChg>
      <pc:sldChg chg="addSp delSp modSp mod">
        <pc:chgData name="Paul Perera" userId="a68b93c3-8f64-4c9e-9a22-0aad42aadfce" providerId="ADAL" clId="{904B3950-C32A-3C4F-B09F-4AA2F9393004}" dt="2024-01-21T14:36:29.194" v="201" actId="20577"/>
        <pc:sldMkLst>
          <pc:docMk/>
          <pc:sldMk cId="0" sldId="277"/>
        </pc:sldMkLst>
      </pc:sldChg>
      <pc:sldChg chg="addSp delSp modSp mod">
        <pc:chgData name="Paul Perera" userId="a68b93c3-8f64-4c9e-9a22-0aad42aadfce" providerId="ADAL" clId="{904B3950-C32A-3C4F-B09F-4AA2F9393004}" dt="2024-01-21T14:38:08.204" v="266" actId="1076"/>
        <pc:sldMkLst>
          <pc:docMk/>
          <pc:sldMk cId="0" sldId="280"/>
        </pc:sldMkLst>
      </pc:sldChg>
      <pc:sldChg chg="addSp delSp modSp">
        <pc:chgData name="Paul Perera" userId="a68b93c3-8f64-4c9e-9a22-0aad42aadfce" providerId="ADAL" clId="{904B3950-C32A-3C4F-B09F-4AA2F9393004}" dt="2024-01-21T14:39:55.478" v="290" actId="1076"/>
        <pc:sldMkLst>
          <pc:docMk/>
          <pc:sldMk cId="0" sldId="283"/>
        </pc:sldMkLst>
      </pc:sldChg>
      <pc:sldChg chg="addSp delSp modSp">
        <pc:chgData name="Paul Perera" userId="a68b93c3-8f64-4c9e-9a22-0aad42aadfce" providerId="ADAL" clId="{904B3950-C32A-3C4F-B09F-4AA2F9393004}" dt="2024-01-21T14:40:56.435" v="331" actId="1076"/>
        <pc:sldMkLst>
          <pc:docMk/>
          <pc:sldMk cId="0" sldId="284"/>
        </pc:sldMkLst>
      </pc:sldChg>
      <pc:sldChg chg="modSp">
        <pc:chgData name="Paul Perera" userId="a68b93c3-8f64-4c9e-9a22-0aad42aadfce" providerId="ADAL" clId="{904B3950-C32A-3C4F-B09F-4AA2F9393004}" dt="2024-01-21T14:39:03.855" v="267" actId="1076"/>
        <pc:sldMkLst>
          <pc:docMk/>
          <pc:sldMk cId="0" sldId="285"/>
        </pc:sldMkLst>
      </pc:sldChg>
      <pc:sldChg chg="addSp delSp modSp">
        <pc:chgData name="Paul Perera" userId="a68b93c3-8f64-4c9e-9a22-0aad42aadfce" providerId="ADAL" clId="{904B3950-C32A-3C4F-B09F-4AA2F9393004}" dt="2024-01-21T14:41:39.584" v="347" actId="20577"/>
        <pc:sldMkLst>
          <pc:docMk/>
          <pc:sldMk cId="0" sldId="286"/>
        </pc:sldMkLst>
      </pc:sldChg>
      <pc:sldChg chg="addSp delSp modSp">
        <pc:chgData name="Paul Perera" userId="a68b93c3-8f64-4c9e-9a22-0aad42aadfce" providerId="ADAL" clId="{904B3950-C32A-3C4F-B09F-4AA2F9393004}" dt="2024-01-21T14:41:56.095" v="356" actId="20577"/>
        <pc:sldMkLst>
          <pc:docMk/>
          <pc:sldMk cId="0" sldId="287"/>
        </pc:sldMkLst>
      </pc:sldChg>
      <pc:sldChg chg="addSp delSp modSp">
        <pc:chgData name="Paul Perera" userId="a68b93c3-8f64-4c9e-9a22-0aad42aadfce" providerId="ADAL" clId="{904B3950-C32A-3C4F-B09F-4AA2F9393004}" dt="2024-01-21T14:42:10.854" v="365" actId="20577"/>
        <pc:sldMkLst>
          <pc:docMk/>
          <pc:sldMk cId="0" sldId="288"/>
        </pc:sldMkLst>
      </pc:sldChg>
      <pc:sldChg chg="addSp delSp modSp mod">
        <pc:chgData name="Paul Perera" userId="a68b93c3-8f64-4c9e-9a22-0aad42aadfce" providerId="ADAL" clId="{904B3950-C32A-3C4F-B09F-4AA2F9393004}" dt="2024-01-21T14:32:06.674" v="64" actId="478"/>
        <pc:sldMkLst>
          <pc:docMk/>
          <pc:sldMk cId="0" sldId="351"/>
        </pc:sldMkLst>
      </pc:sldChg>
      <pc:sldChg chg="addSp delSp modSp mod">
        <pc:chgData name="Paul Perera" userId="a68b93c3-8f64-4c9e-9a22-0aad42aadfce" providerId="ADAL" clId="{904B3950-C32A-3C4F-B09F-4AA2F9393004}" dt="2024-01-21T14:34:56.620" v="142" actId="20577"/>
        <pc:sldMkLst>
          <pc:docMk/>
          <pc:sldMk cId="0" sldId="352"/>
        </pc:sldMkLst>
      </pc:sldChg>
      <pc:sldChg chg="addSp delSp modSp mod">
        <pc:chgData name="Paul Perera" userId="a68b93c3-8f64-4c9e-9a22-0aad42aadfce" providerId="ADAL" clId="{904B3950-C32A-3C4F-B09F-4AA2F9393004}" dt="2024-01-21T14:35:03.441" v="151" actId="20577"/>
        <pc:sldMkLst>
          <pc:docMk/>
          <pc:sldMk cId="0" sldId="353"/>
        </pc:sldMkLst>
      </pc:sldChg>
      <pc:sldChg chg="addSp delSp modSp mod">
        <pc:chgData name="Paul Perera" userId="a68b93c3-8f64-4c9e-9a22-0aad42aadfce" providerId="ADAL" clId="{904B3950-C32A-3C4F-B09F-4AA2F9393004}" dt="2024-01-21T14:36:45.415" v="218" actId="20577"/>
        <pc:sldMkLst>
          <pc:docMk/>
          <pc:sldMk cId="0" sldId="354"/>
        </pc:sldMkLst>
      </pc:sldChg>
      <pc:sldChg chg="addSp delSp modSp mod">
        <pc:chgData name="Paul Perera" userId="a68b93c3-8f64-4c9e-9a22-0aad42aadfce" providerId="ADAL" clId="{904B3950-C32A-3C4F-B09F-4AA2F9393004}" dt="2024-01-21T14:37:30.456" v="243" actId="1076"/>
        <pc:sldMkLst>
          <pc:docMk/>
          <pc:sldMk cId="0" sldId="355"/>
        </pc:sldMkLst>
      </pc:sldChg>
      <pc:sldMasterChg chg="modSldLayout">
        <pc:chgData name="Paul Perera" userId="a68b93c3-8f64-4c9e-9a22-0aad42aadfce" providerId="ADAL" clId="{904B3950-C32A-3C4F-B09F-4AA2F9393004}" dt="2024-01-21T14:33:20.682" v="105" actId="2711"/>
        <pc:sldMasterMkLst>
          <pc:docMk/>
          <pc:sldMasterMk cId="1929362325" sldId="2147483767"/>
        </pc:sldMasterMkLst>
        <pc:sldLayoutChg chg="modSp mod">
          <pc:chgData name="Paul Perera" userId="a68b93c3-8f64-4c9e-9a22-0aad42aadfce" providerId="ADAL" clId="{904B3950-C32A-3C4F-B09F-4AA2F9393004}" dt="2024-01-21T14:33:20.682" v="105" actId="2711"/>
          <pc:sldLayoutMkLst>
            <pc:docMk/>
            <pc:sldMasterMk cId="1929362325" sldId="2147483767"/>
            <pc:sldLayoutMk cId="778737192" sldId="2147483940"/>
          </pc:sldLayoutMkLst>
        </pc:sldLayoutChg>
        <pc:sldLayoutChg chg="modSp mod">
          <pc:chgData name="Paul Perera" userId="a68b93c3-8f64-4c9e-9a22-0aad42aadfce" providerId="ADAL" clId="{904B3950-C32A-3C4F-B09F-4AA2F9393004}" dt="2024-01-21T14:33:08.575" v="103" actId="2711"/>
          <pc:sldLayoutMkLst>
            <pc:docMk/>
            <pc:sldMasterMk cId="1929362325" sldId="2147483767"/>
            <pc:sldLayoutMk cId="4071937757" sldId="2147483941"/>
          </pc:sldLayoutMkLst>
        </pc:sldLayoutChg>
      </pc:sldMasterChg>
    </pc:docChg>
  </pc:docChgLst>
  <pc:docChgLst>
    <pc:chgData name="Paul Perera" userId="S::paul.perera@hyflux.aero::d429b3ec-9a30-4f46-95bf-12ff0d607f4e" providerId="AD" clId="Web-{B1BD4225-F4C0-FD40-6441-6CAA42365132}"/>
    <pc:docChg chg="modSld">
      <pc:chgData name="Paul Perera" userId="S::paul.perera@hyflux.aero::d429b3ec-9a30-4f46-95bf-12ff0d607f4e" providerId="AD" clId="Web-{B1BD4225-F4C0-FD40-6441-6CAA42365132}" dt="2025-02-14T18:01:22.499" v="59" actId="20577"/>
      <pc:docMkLst>
        <pc:docMk/>
      </pc:docMkLst>
      <pc:sldChg chg="modSp">
        <pc:chgData name="Paul Perera" userId="S::paul.perera@hyflux.aero::d429b3ec-9a30-4f46-95bf-12ff0d607f4e" providerId="AD" clId="Web-{B1BD4225-F4C0-FD40-6441-6CAA42365132}" dt="2025-02-14T17:54:39.395" v="16" actId="20577"/>
        <pc:sldMkLst>
          <pc:docMk/>
          <pc:sldMk cId="1727799589" sldId="315"/>
        </pc:sldMkLst>
      </pc:sldChg>
      <pc:sldChg chg="modSp">
        <pc:chgData name="Paul Perera" userId="S::paul.perera@hyflux.aero::d429b3ec-9a30-4f46-95bf-12ff0d607f4e" providerId="AD" clId="Web-{B1BD4225-F4C0-FD40-6441-6CAA42365132}" dt="2025-02-14T17:55:40.334" v="33" actId="20577"/>
        <pc:sldMkLst>
          <pc:docMk/>
          <pc:sldMk cId="2879219313" sldId="317"/>
        </pc:sldMkLst>
      </pc:sldChg>
      <pc:sldChg chg="modSp">
        <pc:chgData name="Paul Perera" userId="S::paul.perera@hyflux.aero::d429b3ec-9a30-4f46-95bf-12ff0d607f4e" providerId="AD" clId="Web-{B1BD4225-F4C0-FD40-6441-6CAA42365132}" dt="2025-02-14T17:54:19.660" v="5" actId="20577"/>
        <pc:sldMkLst>
          <pc:docMk/>
          <pc:sldMk cId="1059162" sldId="324"/>
        </pc:sldMkLst>
      </pc:sldChg>
      <pc:sldChg chg="modSp">
        <pc:chgData name="Paul Perera" userId="S::paul.perera@hyflux.aero::d429b3ec-9a30-4f46-95bf-12ff0d607f4e" providerId="AD" clId="Web-{B1BD4225-F4C0-FD40-6441-6CAA42365132}" dt="2025-02-14T17:54:30.629" v="9" actId="20577"/>
        <pc:sldMkLst>
          <pc:docMk/>
          <pc:sldMk cId="3916358723" sldId="325"/>
        </pc:sldMkLst>
      </pc:sldChg>
      <pc:sldChg chg="modSp">
        <pc:chgData name="Paul Perera" userId="S::paul.perera@hyflux.aero::d429b3ec-9a30-4f46-95bf-12ff0d607f4e" providerId="AD" clId="Web-{B1BD4225-F4C0-FD40-6441-6CAA42365132}" dt="2025-02-14T17:55:19.443" v="28" actId="20577"/>
        <pc:sldMkLst>
          <pc:docMk/>
          <pc:sldMk cId="4137350899" sldId="326"/>
        </pc:sldMkLst>
      </pc:sldChg>
      <pc:sldChg chg="modSp">
        <pc:chgData name="Paul Perera" userId="S::paul.perera@hyflux.aero::d429b3ec-9a30-4f46-95bf-12ff0d607f4e" providerId="AD" clId="Web-{B1BD4225-F4C0-FD40-6441-6CAA42365132}" dt="2025-02-14T17:55:26.881" v="31" actId="20577"/>
        <pc:sldMkLst>
          <pc:docMk/>
          <pc:sldMk cId="3454636459" sldId="328"/>
        </pc:sldMkLst>
      </pc:sldChg>
      <pc:sldChg chg="modSp">
        <pc:chgData name="Paul Perera" userId="S::paul.perera@hyflux.aero::d429b3ec-9a30-4f46-95bf-12ff0d607f4e" providerId="AD" clId="Web-{B1BD4225-F4C0-FD40-6441-6CAA42365132}" dt="2025-02-14T17:55:12.177" v="26" actId="20577"/>
        <pc:sldMkLst>
          <pc:docMk/>
          <pc:sldMk cId="1773808683" sldId="329"/>
        </pc:sldMkLst>
      </pc:sldChg>
      <pc:sldChg chg="modSp">
        <pc:chgData name="Paul Perera" userId="S::paul.perera@hyflux.aero::d429b3ec-9a30-4f46-95bf-12ff0d607f4e" providerId="AD" clId="Web-{B1BD4225-F4C0-FD40-6441-6CAA42365132}" dt="2025-02-14T18:00:56.530" v="38" actId="20577"/>
        <pc:sldMkLst>
          <pc:docMk/>
          <pc:sldMk cId="2997945588" sldId="330"/>
        </pc:sldMkLst>
      </pc:sldChg>
      <pc:sldChg chg="modSp">
        <pc:chgData name="Paul Perera" userId="S::paul.perera@hyflux.aero::d429b3ec-9a30-4f46-95bf-12ff0d607f4e" providerId="AD" clId="Web-{B1BD4225-F4C0-FD40-6441-6CAA42365132}" dt="2025-02-14T18:01:22.499" v="59" actId="20577"/>
        <pc:sldMkLst>
          <pc:docMk/>
          <pc:sldMk cId="3102338436" sldId="340"/>
        </pc:sldMkLst>
      </pc:sldChg>
      <pc:sldChg chg="modSp">
        <pc:chgData name="Paul Perera" userId="S::paul.perera@hyflux.aero::d429b3ec-9a30-4f46-95bf-12ff0d607f4e" providerId="AD" clId="Web-{B1BD4225-F4C0-FD40-6441-6CAA42365132}" dt="2025-02-14T17:55:23.053" v="29" actId="20577"/>
        <pc:sldMkLst>
          <pc:docMk/>
          <pc:sldMk cId="4097270947" sldId="346"/>
        </pc:sldMkLst>
      </pc:sldChg>
      <pc:sldChg chg="modSp">
        <pc:chgData name="Paul Perera" userId="S::paul.perera@hyflux.aero::d429b3ec-9a30-4f46-95bf-12ff0d607f4e" providerId="AD" clId="Web-{B1BD4225-F4C0-FD40-6441-6CAA42365132}" dt="2025-02-14T17:54:10.488" v="0" actId="20577"/>
        <pc:sldMkLst>
          <pc:docMk/>
          <pc:sldMk cId="2940207598" sldId="347"/>
        </pc:sldMkLst>
      </pc:sldChg>
      <pc:sldChg chg="modSp">
        <pc:chgData name="Paul Perera" userId="S::paul.perera@hyflux.aero::d429b3ec-9a30-4f46-95bf-12ff0d607f4e" providerId="AD" clId="Web-{B1BD4225-F4C0-FD40-6441-6CAA42365132}" dt="2025-02-14T17:54:15.129" v="2" actId="20577"/>
        <pc:sldMkLst>
          <pc:docMk/>
          <pc:sldMk cId="2462124172" sldId="348"/>
        </pc:sldMkLst>
      </pc:sldChg>
      <pc:sldChg chg="modSp">
        <pc:chgData name="Paul Perera" userId="S::paul.perera@hyflux.aero::d429b3ec-9a30-4f46-95bf-12ff0d607f4e" providerId="AD" clId="Web-{B1BD4225-F4C0-FD40-6441-6CAA42365132}" dt="2025-02-14T17:54:35.958" v="14" actId="20577"/>
        <pc:sldMkLst>
          <pc:docMk/>
          <pc:sldMk cId="2173082663" sldId="349"/>
        </pc:sldMkLst>
      </pc:sldChg>
      <pc:sldChg chg="modSp">
        <pc:chgData name="Paul Perera" userId="S::paul.perera@hyflux.aero::d429b3ec-9a30-4f46-95bf-12ff0d607f4e" providerId="AD" clId="Web-{B1BD4225-F4C0-FD40-6441-6CAA42365132}" dt="2025-02-14T18:00:51.889" v="37" actId="20577"/>
        <pc:sldMkLst>
          <pc:docMk/>
          <pc:sldMk cId="1673344665" sldId="554"/>
        </pc:sldMkLst>
      </pc:sldChg>
    </pc:docChg>
  </pc:docChgLst>
  <pc:docChgLst>
    <pc:chgData name="Paul Perera" userId="d429b3ec-9a30-4f46-95bf-12ff0d607f4e" providerId="ADAL" clId="{24DF6203-8F3F-E74C-AFF0-F6F3AA5EDA3E}"/>
    <pc:docChg chg="undo custSel modSld">
      <pc:chgData name="Paul Perera" userId="d429b3ec-9a30-4f46-95bf-12ff0d607f4e" providerId="ADAL" clId="{24DF6203-8F3F-E74C-AFF0-F6F3AA5EDA3E}" dt="2025-02-14T17:09:03.134" v="35" actId="20577"/>
      <pc:docMkLst>
        <pc:docMk/>
      </pc:docMkLst>
      <pc:sldChg chg="delSp modSp">
        <pc:chgData name="Paul Perera" userId="d429b3ec-9a30-4f46-95bf-12ff0d607f4e" providerId="ADAL" clId="{24DF6203-8F3F-E74C-AFF0-F6F3AA5EDA3E}" dt="2025-02-14T16:53:00.506" v="1" actId="478"/>
        <pc:sldMkLst>
          <pc:docMk/>
          <pc:sldMk cId="0" sldId="560"/>
        </pc:sldMkLst>
      </pc:sldChg>
      <pc:sldChg chg="delSp modSp">
        <pc:chgData name="Paul Perera" userId="d429b3ec-9a30-4f46-95bf-12ff0d607f4e" providerId="ADAL" clId="{24DF6203-8F3F-E74C-AFF0-F6F3AA5EDA3E}" dt="2025-02-14T16:53:11.877" v="3" actId="478"/>
        <pc:sldMkLst>
          <pc:docMk/>
          <pc:sldMk cId="0" sldId="583"/>
        </pc:sldMkLst>
      </pc:sldChg>
      <pc:sldChg chg="delSp">
        <pc:chgData name="Paul Perera" userId="d429b3ec-9a30-4f46-95bf-12ff0d607f4e" providerId="ADAL" clId="{24DF6203-8F3F-E74C-AFF0-F6F3AA5EDA3E}" dt="2025-02-14T16:54:30.511" v="5" actId="478"/>
        <pc:sldMkLst>
          <pc:docMk/>
          <pc:sldMk cId="0" sldId="584"/>
        </pc:sldMkLst>
      </pc:sldChg>
      <pc:sldChg chg="delSp">
        <pc:chgData name="Paul Perera" userId="d429b3ec-9a30-4f46-95bf-12ff0d607f4e" providerId="ADAL" clId="{24DF6203-8F3F-E74C-AFF0-F6F3AA5EDA3E}" dt="2025-02-14T16:54:32.846" v="6" actId="478"/>
        <pc:sldMkLst>
          <pc:docMk/>
          <pc:sldMk cId="0" sldId="585"/>
        </pc:sldMkLst>
      </pc:sldChg>
      <pc:sldChg chg="delSp">
        <pc:chgData name="Paul Perera" userId="d429b3ec-9a30-4f46-95bf-12ff0d607f4e" providerId="ADAL" clId="{24DF6203-8F3F-E74C-AFF0-F6F3AA5EDA3E}" dt="2025-02-14T16:54:36.818" v="8" actId="478"/>
        <pc:sldMkLst>
          <pc:docMk/>
          <pc:sldMk cId="0" sldId="586"/>
        </pc:sldMkLst>
      </pc:sldChg>
      <pc:sldChg chg="delSp">
        <pc:chgData name="Paul Perera" userId="d429b3ec-9a30-4f46-95bf-12ff0d607f4e" providerId="ADAL" clId="{24DF6203-8F3F-E74C-AFF0-F6F3AA5EDA3E}" dt="2025-02-14T16:54:39.151" v="9" actId="478"/>
        <pc:sldMkLst>
          <pc:docMk/>
          <pc:sldMk cId="0" sldId="587"/>
        </pc:sldMkLst>
      </pc:sldChg>
      <pc:sldChg chg="delSp">
        <pc:chgData name="Paul Perera" userId="d429b3ec-9a30-4f46-95bf-12ff0d607f4e" providerId="ADAL" clId="{24DF6203-8F3F-E74C-AFF0-F6F3AA5EDA3E}" dt="2025-02-14T16:54:44.930" v="10" actId="478"/>
        <pc:sldMkLst>
          <pc:docMk/>
          <pc:sldMk cId="0" sldId="588"/>
        </pc:sldMkLst>
      </pc:sldChg>
      <pc:sldChg chg="delSp">
        <pc:chgData name="Paul Perera" userId="d429b3ec-9a30-4f46-95bf-12ff0d607f4e" providerId="ADAL" clId="{24DF6203-8F3F-E74C-AFF0-F6F3AA5EDA3E}" dt="2025-02-14T16:54:49.509" v="11" actId="478"/>
        <pc:sldMkLst>
          <pc:docMk/>
          <pc:sldMk cId="0" sldId="589"/>
        </pc:sldMkLst>
      </pc:sldChg>
      <pc:sldChg chg="delSp">
        <pc:chgData name="Paul Perera" userId="d429b3ec-9a30-4f46-95bf-12ff0d607f4e" providerId="ADAL" clId="{24DF6203-8F3F-E74C-AFF0-F6F3AA5EDA3E}" dt="2025-02-14T16:54:52.905" v="12" actId="478"/>
        <pc:sldMkLst>
          <pc:docMk/>
          <pc:sldMk cId="0" sldId="590"/>
        </pc:sldMkLst>
      </pc:sldChg>
      <pc:sldChg chg="delSp">
        <pc:chgData name="Paul Perera" userId="d429b3ec-9a30-4f46-95bf-12ff0d607f4e" providerId="ADAL" clId="{24DF6203-8F3F-E74C-AFF0-F6F3AA5EDA3E}" dt="2025-02-14T17:03:41.718" v="13" actId="478"/>
        <pc:sldMkLst>
          <pc:docMk/>
          <pc:sldMk cId="0" sldId="602"/>
        </pc:sldMkLst>
      </pc:sldChg>
      <pc:sldChg chg="delSp">
        <pc:chgData name="Paul Perera" userId="d429b3ec-9a30-4f46-95bf-12ff0d607f4e" providerId="ADAL" clId="{24DF6203-8F3F-E74C-AFF0-F6F3AA5EDA3E}" dt="2025-02-14T17:03:51.030" v="14" actId="478"/>
        <pc:sldMkLst>
          <pc:docMk/>
          <pc:sldMk cId="0" sldId="604"/>
        </pc:sldMkLst>
      </pc:sldChg>
      <pc:sldChg chg="delSp">
        <pc:chgData name="Paul Perera" userId="d429b3ec-9a30-4f46-95bf-12ff0d607f4e" providerId="ADAL" clId="{24DF6203-8F3F-E74C-AFF0-F6F3AA5EDA3E}" dt="2025-02-14T17:03:56.792" v="15" actId="478"/>
        <pc:sldMkLst>
          <pc:docMk/>
          <pc:sldMk cId="0" sldId="605"/>
        </pc:sldMkLst>
      </pc:sldChg>
      <pc:sldChg chg="delSp">
        <pc:chgData name="Paul Perera" userId="d429b3ec-9a30-4f46-95bf-12ff0d607f4e" providerId="ADAL" clId="{24DF6203-8F3F-E74C-AFF0-F6F3AA5EDA3E}" dt="2025-02-14T17:04:05.582" v="16" actId="478"/>
        <pc:sldMkLst>
          <pc:docMk/>
          <pc:sldMk cId="0" sldId="606"/>
        </pc:sldMkLst>
      </pc:sldChg>
      <pc:sldChg chg="delSp">
        <pc:chgData name="Paul Perera" userId="d429b3ec-9a30-4f46-95bf-12ff0d607f4e" providerId="ADAL" clId="{24DF6203-8F3F-E74C-AFF0-F6F3AA5EDA3E}" dt="2025-02-14T17:04:13.402" v="17" actId="478"/>
        <pc:sldMkLst>
          <pc:docMk/>
          <pc:sldMk cId="0" sldId="607"/>
        </pc:sldMkLst>
      </pc:sldChg>
      <pc:sldChg chg="delSp">
        <pc:chgData name="Paul Perera" userId="d429b3ec-9a30-4f46-95bf-12ff0d607f4e" providerId="ADAL" clId="{24DF6203-8F3F-E74C-AFF0-F6F3AA5EDA3E}" dt="2025-02-14T17:04:17.980" v="18" actId="478"/>
        <pc:sldMkLst>
          <pc:docMk/>
          <pc:sldMk cId="0" sldId="608"/>
        </pc:sldMkLst>
      </pc:sldChg>
      <pc:sldChg chg="delSp modSp">
        <pc:chgData name="Paul Perera" userId="d429b3ec-9a30-4f46-95bf-12ff0d607f4e" providerId="ADAL" clId="{24DF6203-8F3F-E74C-AFF0-F6F3AA5EDA3E}" dt="2025-02-14T17:04:44.721" v="21" actId="478"/>
        <pc:sldMkLst>
          <pc:docMk/>
          <pc:sldMk cId="0" sldId="609"/>
        </pc:sldMkLst>
      </pc:sldChg>
      <pc:sldChg chg="delSp">
        <pc:chgData name="Paul Perera" userId="d429b3ec-9a30-4f46-95bf-12ff0d607f4e" providerId="ADAL" clId="{24DF6203-8F3F-E74C-AFF0-F6F3AA5EDA3E}" dt="2025-02-14T17:07:52.210" v="23" actId="478"/>
        <pc:sldMkLst>
          <pc:docMk/>
          <pc:sldMk cId="0" sldId="610"/>
        </pc:sldMkLst>
      </pc:sldChg>
      <pc:sldChg chg="delSp modSp">
        <pc:chgData name="Paul Perera" userId="d429b3ec-9a30-4f46-95bf-12ff0d607f4e" providerId="ADAL" clId="{24DF6203-8F3F-E74C-AFF0-F6F3AA5EDA3E}" dt="2025-02-14T17:08:00.056" v="25" actId="478"/>
        <pc:sldMkLst>
          <pc:docMk/>
          <pc:sldMk cId="0" sldId="611"/>
        </pc:sldMkLst>
      </pc:sldChg>
      <pc:sldChg chg="delSp">
        <pc:chgData name="Paul Perera" userId="d429b3ec-9a30-4f46-95bf-12ff0d607f4e" providerId="ADAL" clId="{24DF6203-8F3F-E74C-AFF0-F6F3AA5EDA3E}" dt="2025-02-14T17:08:07.079" v="26" actId="478"/>
        <pc:sldMkLst>
          <pc:docMk/>
          <pc:sldMk cId="0" sldId="612"/>
        </pc:sldMkLst>
      </pc:sldChg>
      <pc:sldChg chg="delSp modSp">
        <pc:chgData name="Paul Perera" userId="d429b3ec-9a30-4f46-95bf-12ff0d607f4e" providerId="ADAL" clId="{24DF6203-8F3F-E74C-AFF0-F6F3AA5EDA3E}" dt="2025-02-14T17:08:23.801" v="28" actId="478"/>
        <pc:sldMkLst>
          <pc:docMk/>
          <pc:sldMk cId="0" sldId="613"/>
        </pc:sldMkLst>
      </pc:sldChg>
      <pc:sldChg chg="addSp delSp modSp">
        <pc:chgData name="Paul Perera" userId="d429b3ec-9a30-4f46-95bf-12ff0d607f4e" providerId="ADAL" clId="{24DF6203-8F3F-E74C-AFF0-F6F3AA5EDA3E}" dt="2025-02-14T17:09:03.134" v="35" actId="20577"/>
        <pc:sldMkLst>
          <pc:docMk/>
          <pc:sldMk cId="0" sldId="615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>
              <a:latin typeface="Outfit" pitchFamily="2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BF77B6-06AB-43A3-89A4-8CD1677993D0}" type="datetimeFigureOut">
              <a:rPr lang="en-CA" smtClean="0">
                <a:latin typeface="Outfit" pitchFamily="2" charset="0"/>
              </a:rPr>
              <a:t>2025-07-22</a:t>
            </a:fld>
            <a:endParaRPr lang="en-CA">
              <a:latin typeface="Outfit" pitchFamily="2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>
              <a:latin typeface="Outfit" pitchFamily="2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762B2D-468D-4837-8CAA-70AF425658B8}" type="slidenum">
              <a:rPr lang="en-CA" smtClean="0">
                <a:latin typeface="Outfit" pitchFamily="2" charset="0"/>
              </a:rPr>
              <a:t>‹#›</a:t>
            </a:fld>
            <a:endParaRPr lang="en-CA">
              <a:latin typeface="Outfit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602918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 b="0" i="0">
                <a:latin typeface="Outfit" pitchFamily="2" charset="0"/>
              </a:defRPr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 b="0" i="0">
                <a:latin typeface="Outfit" pitchFamily="2" charset="0"/>
              </a:defRPr>
            </a:lvl1pPr>
          </a:lstStyle>
          <a:p>
            <a:fld id="{9B6804B0-AD37-4623-8498-3C9AE39E25E5}" type="datetimeFigureOut">
              <a:rPr lang="en-CA" smtClean="0"/>
              <a:pPr/>
              <a:t>2025-07-22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77687" y="4343400"/>
            <a:ext cx="6102626" cy="4114800"/>
          </a:xfrm>
          <a:prstGeom prst="rect">
            <a:avLst/>
          </a:prstGeom>
        </p:spPr>
        <p:txBody>
          <a:bodyPr vert="horz" lIns="0" tIns="0" rIns="0" bIns="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 b="0" i="0">
                <a:latin typeface="Outfit" pitchFamily="2" charset="0"/>
              </a:defRPr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 b="0" i="0">
                <a:latin typeface="Outfit" pitchFamily="2" charset="0"/>
              </a:defRPr>
            </a:lvl1pPr>
          </a:lstStyle>
          <a:p>
            <a:fld id="{80CDABC8-FD09-47BC-822A-A981D494E0D7}" type="slidenum">
              <a:rPr lang="en-CA" smtClean="0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7748577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b="0" i="0" kern="1200">
        <a:solidFill>
          <a:schemeClr val="tx1"/>
        </a:solidFill>
        <a:latin typeface="Outfit" pitchFamily="2" charset="0"/>
        <a:ea typeface="+mn-ea"/>
        <a:cs typeface="+mn-cs"/>
      </a:defRPr>
    </a:lvl1pPr>
    <a:lvl2pPr marL="304747" indent="0" algn="l" defTabSz="1218987" rtl="0" eaLnBrk="1" latinLnBrk="0" hangingPunct="1">
      <a:defRPr sz="1600" b="0" i="0" kern="1200">
        <a:solidFill>
          <a:schemeClr val="tx1"/>
        </a:solidFill>
        <a:latin typeface="Outfit" pitchFamily="2" charset="0"/>
        <a:ea typeface="+mn-ea"/>
        <a:cs typeface="+mn-cs"/>
      </a:defRPr>
    </a:lvl2pPr>
    <a:lvl3pPr marL="609493" indent="0" algn="l" defTabSz="1218987" rtl="0" eaLnBrk="1" latinLnBrk="0" hangingPunct="1">
      <a:defRPr sz="1600" b="0" i="0" kern="1200">
        <a:solidFill>
          <a:schemeClr val="tx1"/>
        </a:solidFill>
        <a:latin typeface="Outfit" pitchFamily="2" charset="0"/>
        <a:ea typeface="+mn-ea"/>
        <a:cs typeface="+mn-cs"/>
      </a:defRPr>
    </a:lvl3pPr>
    <a:lvl4pPr marL="914240" indent="0" algn="l" defTabSz="1218987" rtl="0" eaLnBrk="1" latinLnBrk="0" hangingPunct="1">
      <a:defRPr sz="1600" b="0" i="0" kern="1200">
        <a:solidFill>
          <a:schemeClr val="tx1"/>
        </a:solidFill>
        <a:latin typeface="Outfit" pitchFamily="2" charset="0"/>
        <a:ea typeface="+mn-ea"/>
        <a:cs typeface="+mn-cs"/>
      </a:defRPr>
    </a:lvl4pPr>
    <a:lvl5pPr marL="1218987" indent="0" algn="l" defTabSz="1218987" rtl="0" eaLnBrk="1" latinLnBrk="0" hangingPunct="1">
      <a:defRPr sz="1600" b="0" i="0" kern="1200">
        <a:solidFill>
          <a:schemeClr val="tx1"/>
        </a:solidFill>
        <a:latin typeface="Outfit" pitchFamily="2" charset="0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e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jpeg"/><Relationship Id="rId3" Type="http://schemas.openxmlformats.org/officeDocument/2006/relationships/image" Target="../media/image5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tags" Target="../tags/tag3.xml"/><Relationship Id="rId2" Type="http://schemas.openxmlformats.org/officeDocument/2006/relationships/slideMaster" Target="../slideMasters/slideMaster1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Relationship Id="rId5" Type="http://schemas.openxmlformats.org/officeDocument/2006/relationships/image" Target="../media/image7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emf"/><Relationship Id="rId3" Type="http://schemas.openxmlformats.org/officeDocument/2006/relationships/image" Target="../media/image5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emf"/><Relationship Id="rId3" Type="http://schemas.openxmlformats.org/officeDocument/2006/relationships/image" Target="../media/image7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emf"/><Relationship Id="rId3" Type="http://schemas.openxmlformats.org/officeDocument/2006/relationships/image" Target="../media/image11.emf"/><Relationship Id="rId4" Type="http://schemas.openxmlformats.org/officeDocument/2006/relationships/image" Target="../media/image7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emf"/><Relationship Id="rId3" Type="http://schemas.openxmlformats.org/officeDocument/2006/relationships/image" Target="../media/image7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emf"/><Relationship Id="rId3" Type="http://schemas.openxmlformats.org/officeDocument/2006/relationships/image" Target="../media/image7.png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emf"/><Relationship Id="rId3" Type="http://schemas.openxmlformats.org/officeDocument/2006/relationships/image" Target="../media/image7.png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7.png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Relationship Id="rId3" Type="http://schemas.openxmlformats.org/officeDocument/2006/relationships/image" Target="../media/image4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Relationship Id="rId3" Type="http://schemas.openxmlformats.org/officeDocument/2006/relationships/image" Target="../media/image6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jpe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8.jpeg"/><Relationship Id="rId3" Type="http://schemas.openxmlformats.org/officeDocument/2006/relationships/image" Target="../media/image19.png"/><Relationship Id="rId4" Type="http://schemas.openxmlformats.org/officeDocument/2006/relationships/image" Target="../media/image20.svg"/><Relationship Id="rId5" Type="http://schemas.openxmlformats.org/officeDocument/2006/relationships/image" Target="../media/image5.pn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1.jpeg"/><Relationship Id="rId3" Type="http://schemas.openxmlformats.org/officeDocument/2006/relationships/image" Target="../media/image5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tags" Target="../tags/tag5.xml"/><Relationship Id="rId2" Type="http://schemas.openxmlformats.org/officeDocument/2006/relationships/slideMaster" Target="../slideMasters/slideMaster2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Relationship Id="rId5" Type="http://schemas.openxmlformats.org/officeDocument/2006/relationships/image" Target="../media/image17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pn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emf"/><Relationship Id="rId3" Type="http://schemas.openxmlformats.org/officeDocument/2006/relationships/image" Target="../media/image17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emf"/><Relationship Id="rId3" Type="http://schemas.openxmlformats.org/officeDocument/2006/relationships/image" Target="../media/image17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emf"/><Relationship Id="rId3" Type="http://schemas.openxmlformats.org/officeDocument/2006/relationships/image" Target="../media/image17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7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Relationship Id="rId3" Type="http://schemas.openxmlformats.org/officeDocument/2006/relationships/image" Target="../media/image7.pn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4.pn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Relationship Id="rId4" Type="http://schemas.openxmlformats.org/officeDocument/2006/relationships/image" Target="../media/image6.pn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Relationship Id="rId3" Type="http://schemas.openxmlformats.org/officeDocument/2006/relationships/image" Target="../media/image6.pn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jpeg"/><Relationship Id="rId3" Type="http://schemas.openxmlformats.org/officeDocument/2006/relationships/image" Target="../media/image15.png"/><Relationship Id="rId4" Type="http://schemas.openxmlformats.org/officeDocument/2006/relationships/image" Target="../media/image16.svg"/><Relationship Id="rId5" Type="http://schemas.openxmlformats.org/officeDocument/2006/relationships/image" Target="../media/image4.pn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8.jpeg"/><Relationship Id="rId3" Type="http://schemas.openxmlformats.org/officeDocument/2006/relationships/image" Target="../media/image15.png"/><Relationship Id="rId4" Type="http://schemas.openxmlformats.org/officeDocument/2006/relationships/image" Target="../media/image16.svg"/><Relationship Id="rId5" Type="http://schemas.openxmlformats.org/officeDocument/2006/relationships/image" Target="../media/image4.pn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jpeg"/><Relationship Id="rId3" Type="http://schemas.openxmlformats.org/officeDocument/2006/relationships/image" Target="../media/image15.png"/><Relationship Id="rId4" Type="http://schemas.openxmlformats.org/officeDocument/2006/relationships/image" Target="../media/image16.sv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tags" Target="../tags/tag7.xml"/><Relationship Id="rId2" Type="http://schemas.openxmlformats.org/officeDocument/2006/relationships/slideMaster" Target="../slideMasters/slideMaster3.xml"/><Relationship Id="rId3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5.png"/><Relationship Id="rId3" Type="http://schemas.openxmlformats.org/officeDocument/2006/relationships/image" Target="../media/image16.svg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emf"/><Relationship Id="rId3" Type="http://schemas.openxmlformats.org/officeDocument/2006/relationships/image" Target="../media/image7.png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emf"/><Relationship Id="rId3" Type="http://schemas.openxmlformats.org/officeDocument/2006/relationships/image" Target="../media/image7.png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3.emf"/><Relationship Id="rId3" Type="http://schemas.openxmlformats.org/officeDocument/2006/relationships/image" Target="../media/image7.png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Relationship Id="rId3" Type="http://schemas.openxmlformats.org/officeDocument/2006/relationships/image" Target="../media/image7.png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28AEC-0935-8D4E-8AC1-7528026E20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A631667-E28D-7640-95F5-66AB9F64F4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B91D220-690F-F743-8BF8-C2B6B49DCD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4597180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6C91D94-1DB9-47B3-A78D-E0C59FC893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Outfit" pitchFamily="2" charset="0"/>
              </a:defRPr>
            </a:lvl1pPr>
          </a:lstStyle>
          <a:p>
            <a:pPr lvl="0"/>
            <a:fld id="{F4D7BF67-1FB1-4572-9FA4-449E1F9DFAF5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72B442-6DB9-584E-A3A8-64406D5669B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Ltd  and its  subsidiaries in one or more countries. All third-party product and company names are trademarks of their respective holders.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71FF203-D9FC-144E-D1A2-8733323F960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AFEF32AC-9111-1F70-A9FD-DF17519E7C9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551773" y="319531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397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4B223104-85DE-FA48-8758-9751AD8D6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bg1"/>
                </a:solidFill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5D16D76C-A25F-3546-982F-DDEB980AB9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6DE51537-39B4-8542-9743-5A2DD1ECF4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4597180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96A6ABC-034D-4932-A8F3-E632BE2712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fld id="{EA41576A-A317-4C82-ABED-EE6260F94C3F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4D6220-FFB6-48BC-8EC2-C9F7D79F5EB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bg1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bg1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63E17F2-F37F-8F55-D21B-8FEE05ECBC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0C5DBC5B-3D67-A12E-207E-96F1751E8AD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2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30109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core shap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>
            <a:spLocks noChangeAspect="1"/>
          </p:cNvSpPr>
          <p:nvPr userDrawn="1"/>
        </p:nvSpPr>
        <p:spPr bwMode="auto">
          <a:xfrm>
            <a:off x="0" y="0"/>
            <a:ext cx="12189600" cy="4943027"/>
          </a:xfrm>
          <a:custGeom>
            <a:avLst/>
            <a:gdLst>
              <a:gd name="T0" fmla="*/ 1281 w 1281"/>
              <a:gd name="T1" fmla="*/ 0 h 519"/>
              <a:gd name="T2" fmla="*/ 1281 w 1281"/>
              <a:gd name="T3" fmla="*/ 214 h 519"/>
              <a:gd name="T4" fmla="*/ 544 w 1281"/>
              <a:gd name="T5" fmla="*/ 482 h 519"/>
              <a:gd name="T6" fmla="*/ 544 w 1281"/>
              <a:gd name="T7" fmla="*/ 482 h 519"/>
              <a:gd name="T8" fmla="*/ 340 w 1281"/>
              <a:gd name="T9" fmla="*/ 519 h 519"/>
              <a:gd name="T10" fmla="*/ 0 w 1281"/>
              <a:gd name="T11" fmla="*/ 409 h 519"/>
              <a:gd name="T12" fmla="*/ 0 w 1281"/>
              <a:gd name="T13" fmla="*/ 0 h 519"/>
              <a:gd name="T14" fmla="*/ 1281 w 1281"/>
              <a:gd name="T15" fmla="*/ 0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519">
                <a:moveTo>
                  <a:pt x="1281" y="0"/>
                </a:moveTo>
                <a:cubicBezTo>
                  <a:pt x="1281" y="214"/>
                  <a:pt x="1281" y="214"/>
                  <a:pt x="1281" y="214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481" y="506"/>
                  <a:pt x="412" y="519"/>
                  <a:pt x="340" y="519"/>
                </a:cubicBezTo>
                <a:cubicBezTo>
                  <a:pt x="213" y="519"/>
                  <a:pt x="96" y="478"/>
                  <a:pt x="0" y="409"/>
                </a:cubicBezTo>
                <a:cubicBezTo>
                  <a:pt x="0" y="0"/>
                  <a:pt x="0" y="0"/>
                  <a:pt x="0" y="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b="0" i="0">
              <a:latin typeface="Outfit" pitchFamily="2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CC6CEA8-4389-9D42-B3B2-D9DF469E2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5327512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accent2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23D7A19-BD07-0348-9438-F9EA4726B1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107562"/>
            <a:ext cx="7092000" cy="640560"/>
          </a:xfrm>
        </p:spPr>
        <p:txBody>
          <a:bodyPr wrap="square" anchor="b">
            <a:no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71801255-696D-BE4E-92C5-A301266C57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2849943"/>
            <a:ext cx="7092000" cy="369332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sz="2400" b="1" i="0">
                <a:solidFill>
                  <a:schemeClr val="bg1"/>
                </a:solidFill>
                <a:latin typeface="Outfit Medium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C76887-76DA-4887-AD03-087C4B1B6E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Outfit" pitchFamily="2" charset="0"/>
              </a:defRPr>
            </a:lvl1pPr>
          </a:lstStyle>
          <a:p>
            <a:pPr lvl="0"/>
            <a:fld id="{1EA8F998-22C4-4E4D-8F0A-4E45248C6C8A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0AD64-8011-DC4B-AAEC-70A1E6B644F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Ltd  and its  subsidiaries in one or more countries. All third-party product and company names are trademarks of their respective holders.</a:t>
            </a:r>
          </a:p>
        </p:txBody>
      </p:sp>
      <p:pic>
        <p:nvPicPr>
          <p:cNvPr id="2" name="Graphic 2">
            <a:extLst>
              <a:ext uri="{FF2B5EF4-FFF2-40B4-BE49-F238E27FC236}">
                <a16:creationId xmlns:a16="http://schemas.microsoft.com/office/drawing/2014/main" id="{A0B868DA-DBED-15EA-2900-A0F764B48A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2"/>
            <a:ext cx="2515683" cy="831536"/>
          </a:xfrm>
          <a:prstGeom prst="rect">
            <a:avLst/>
          </a:prstGeom>
        </p:spPr>
      </p:pic>
      <p:pic>
        <p:nvPicPr>
          <p:cNvPr id="7" name="Graphic 3">
            <a:extLst>
              <a:ext uri="{FF2B5EF4-FFF2-40B4-BE49-F238E27FC236}">
                <a16:creationId xmlns:a16="http://schemas.microsoft.com/office/drawing/2014/main" id="{4AF309EB-2C6C-1DBC-C744-811D3C2DB96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35259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with core shape (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78BDF5-AB2E-5F43-BC60-83EC1F0BB6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00" b="14800"/>
          <a:stretch/>
        </p:blipFill>
        <p:spPr>
          <a:xfrm>
            <a:off x="-3951" y="2037522"/>
            <a:ext cx="12192776" cy="482047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7CFEB9-F28B-214D-90E5-E41EA6C126EF}"/>
              </a:ext>
            </a:extLst>
          </p:cNvPr>
          <p:cNvSpPr/>
          <p:nvPr userDrawn="1"/>
        </p:nvSpPr>
        <p:spPr>
          <a:xfrm>
            <a:off x="0" y="1"/>
            <a:ext cx="12188825" cy="6857999"/>
          </a:xfrm>
          <a:prstGeom prst="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4D6B417D-415F-3445-A65B-A6B034B987E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1"/>
            <a:ext cx="12192775" cy="4943027"/>
          </a:xfrm>
          <a:custGeom>
            <a:avLst/>
            <a:gdLst>
              <a:gd name="T0" fmla="*/ 1281 w 1281"/>
              <a:gd name="T1" fmla="*/ 0 h 519"/>
              <a:gd name="T2" fmla="*/ 1281 w 1281"/>
              <a:gd name="T3" fmla="*/ 214 h 519"/>
              <a:gd name="T4" fmla="*/ 544 w 1281"/>
              <a:gd name="T5" fmla="*/ 482 h 519"/>
              <a:gd name="T6" fmla="*/ 544 w 1281"/>
              <a:gd name="T7" fmla="*/ 482 h 519"/>
              <a:gd name="T8" fmla="*/ 340 w 1281"/>
              <a:gd name="T9" fmla="*/ 519 h 519"/>
              <a:gd name="T10" fmla="*/ 0 w 1281"/>
              <a:gd name="T11" fmla="*/ 409 h 519"/>
              <a:gd name="T12" fmla="*/ 0 w 1281"/>
              <a:gd name="T13" fmla="*/ 0 h 519"/>
              <a:gd name="T14" fmla="*/ 1281 w 1281"/>
              <a:gd name="T15" fmla="*/ 0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519">
                <a:moveTo>
                  <a:pt x="1281" y="0"/>
                </a:moveTo>
                <a:cubicBezTo>
                  <a:pt x="1281" y="214"/>
                  <a:pt x="1281" y="214"/>
                  <a:pt x="1281" y="214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481" y="506"/>
                  <a:pt x="412" y="519"/>
                  <a:pt x="340" y="519"/>
                </a:cubicBezTo>
                <a:cubicBezTo>
                  <a:pt x="213" y="519"/>
                  <a:pt x="96" y="478"/>
                  <a:pt x="0" y="409"/>
                </a:cubicBezTo>
                <a:cubicBezTo>
                  <a:pt x="0" y="0"/>
                  <a:pt x="0" y="0"/>
                  <a:pt x="0" y="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sz="1800" b="0" i="0">
              <a:latin typeface="Outfit" pitchFamily="2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CC6CEA8-4389-9D42-B3B2-D9DF469E2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5327512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Outfit Medium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C76887-76DA-4887-AD03-087C4B1B6E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fld id="{1EA8F998-22C4-4E4D-8F0A-4E45248C6C8A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0AD64-8011-DC4B-AAEC-70A1E6B644F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  and its  subsidiaries in one or more countries. All third-party product and company names are trademarks of their respective holders.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62BECCD-9B58-EC45-AE22-C2E69A3AC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4DED1B67-2D64-A445-9624-ED937282E2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77DC40E-48AA-99A5-675A-D2DA7ECC3F6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  <p:pic>
        <p:nvPicPr>
          <p:cNvPr id="2" name="Graphic 4">
            <a:extLst>
              <a:ext uri="{FF2B5EF4-FFF2-40B4-BE49-F238E27FC236}">
                <a16:creationId xmlns:a16="http://schemas.microsoft.com/office/drawing/2014/main" id="{836AAF07-9D0D-B71B-3521-CD7095F122D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1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14293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 with core shape (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8AFE81-8911-A744-82E4-018B71A308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34" b="24734"/>
          <a:stretch/>
        </p:blipFill>
        <p:spPr>
          <a:xfrm>
            <a:off x="-3951" y="0"/>
            <a:ext cx="12196726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7CFEB9-F28B-214D-90E5-E41EA6C126EF}"/>
              </a:ext>
            </a:extLst>
          </p:cNvPr>
          <p:cNvSpPr/>
          <p:nvPr userDrawn="1"/>
        </p:nvSpPr>
        <p:spPr>
          <a:xfrm>
            <a:off x="0" y="0"/>
            <a:ext cx="12188825" cy="6857999"/>
          </a:xfrm>
          <a:prstGeom prst="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4D6B417D-415F-3445-A65B-A6B034B987E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1"/>
            <a:ext cx="12192775" cy="4943027"/>
          </a:xfrm>
          <a:custGeom>
            <a:avLst/>
            <a:gdLst>
              <a:gd name="T0" fmla="*/ 1281 w 1281"/>
              <a:gd name="T1" fmla="*/ 0 h 519"/>
              <a:gd name="T2" fmla="*/ 1281 w 1281"/>
              <a:gd name="T3" fmla="*/ 214 h 519"/>
              <a:gd name="T4" fmla="*/ 544 w 1281"/>
              <a:gd name="T5" fmla="*/ 482 h 519"/>
              <a:gd name="T6" fmla="*/ 544 w 1281"/>
              <a:gd name="T7" fmla="*/ 482 h 519"/>
              <a:gd name="T8" fmla="*/ 340 w 1281"/>
              <a:gd name="T9" fmla="*/ 519 h 519"/>
              <a:gd name="T10" fmla="*/ 0 w 1281"/>
              <a:gd name="T11" fmla="*/ 409 h 519"/>
              <a:gd name="T12" fmla="*/ 0 w 1281"/>
              <a:gd name="T13" fmla="*/ 0 h 519"/>
              <a:gd name="T14" fmla="*/ 1281 w 1281"/>
              <a:gd name="T15" fmla="*/ 0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519">
                <a:moveTo>
                  <a:pt x="1281" y="0"/>
                </a:moveTo>
                <a:cubicBezTo>
                  <a:pt x="1281" y="214"/>
                  <a:pt x="1281" y="214"/>
                  <a:pt x="1281" y="214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481" y="506"/>
                  <a:pt x="412" y="519"/>
                  <a:pt x="340" y="519"/>
                </a:cubicBezTo>
                <a:cubicBezTo>
                  <a:pt x="213" y="519"/>
                  <a:pt x="96" y="478"/>
                  <a:pt x="0" y="409"/>
                </a:cubicBezTo>
                <a:cubicBezTo>
                  <a:pt x="0" y="0"/>
                  <a:pt x="0" y="0"/>
                  <a:pt x="0" y="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sz="1800" b="0" i="0">
              <a:latin typeface="Outfit" pitchFamily="2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CC6CEA8-4389-9D42-B3B2-D9DF469E2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5327512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C76887-76DA-4887-AD03-087C4B1B6E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fld id="{1EA8F998-22C4-4E4D-8F0A-4E45248C6C8A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0AD64-8011-DC4B-AAEC-70A1E6B644F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  and its  subsidiaries in one or more countries. All third-party product and company names are trademarks of their respective holders.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62BECCD-9B58-EC45-AE22-C2E69A3AC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4DED1B67-2D64-A445-9624-ED937282E2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6C09A82-7379-BB5A-E1EC-234399A572A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3CD446CC-A3AD-6C44-F686-85393FAEE6DC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1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18891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11B4A7F-3526-2248-8F07-B9E9B87F06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945350"/>
            <a:ext cx="11109600" cy="455509"/>
          </a:xfrm>
        </p:spPr>
        <p:txBody>
          <a:bodyPr>
            <a:spAutoFit/>
          </a:bodyPr>
          <a:lstStyle>
            <a:lvl1pPr>
              <a:defRPr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r>
              <a:rPr lang="en-US"/>
              <a:t>Divider 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FD833-D999-144D-9C62-BC7CDCEFF7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78B8BB3-A856-4AFC-BC2D-C3705FB2217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115C7153-EA17-EA14-D055-1D73BA1711C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00706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(reverse)">
    <p:bg>
      <p:bgPr>
        <a:solidFill>
          <a:srgbClr val="0204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945350"/>
            <a:ext cx="11109600" cy="455509"/>
          </a:xfrm>
        </p:spPr>
        <p:txBody>
          <a:bodyPr>
            <a:spAutoFit/>
          </a:bodyPr>
          <a:lstStyle>
            <a:lvl1pPr>
              <a:defRPr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r>
              <a:rPr lang="en-US"/>
              <a:t>Divider 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A706B-E7E7-D84D-835C-AC64AD6473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51BAF-93B8-4447-8D63-6F55909A98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9BF3283-303A-DBFF-39F4-9BC9B0592C4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89719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924BBAC-D050-BD44-BE7A-85B5F88FA41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718" b="24718"/>
          <a:stretch/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7A439DD-2ED1-DA45-AB78-E2246AD73719}"/>
              </a:ext>
            </a:extLst>
          </p:cNvPr>
          <p:cNvSpPr/>
          <p:nvPr userDrawn="1"/>
        </p:nvSpPr>
        <p:spPr>
          <a:xfrm>
            <a:off x="95534" y="1"/>
            <a:ext cx="12188825" cy="6857999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945350"/>
            <a:ext cx="11109600" cy="455509"/>
          </a:xfrm>
        </p:spPr>
        <p:txBody>
          <a:bodyPr>
            <a:spAutoFit/>
          </a:bodyPr>
          <a:lstStyle>
            <a:lvl1pPr>
              <a:defRPr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r>
              <a:rPr lang="en-US"/>
              <a:t>Divider 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A706B-E7E7-D84D-835C-AC64AD6473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51BAF-93B8-4447-8D63-6F55909A98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6239D4B-D4F6-7CE6-B675-2BC76E9FC2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48818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9AE6F84-2C59-B242-985D-F6860D451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999" y="1558798"/>
            <a:ext cx="11105901" cy="427050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04C7E-451E-E246-B880-1F1ABC33B9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15A590-C7FE-DC40-8E18-E9E18603A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630000"/>
            <a:ext cx="11105901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F43B4C-CBBB-4550-A7C4-0DE50AAAB9D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13965F6E-C56B-0813-520B-9A34FB2E43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32452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only (reverse)">
    <p:bg>
      <p:bgPr>
        <a:solidFill>
          <a:srgbClr val="0204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A635C37-5D45-1940-AAC4-D8E9BC4D38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1558799"/>
            <a:ext cx="11109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A4267F0-787B-2B4F-A66D-8CAE190465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tx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8A104E-8DE2-434B-815C-C92F60888B4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B57B268-6A2D-4680-AAA7-53AFA2FBB0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056DCE7-FF1F-8896-144B-8D0B8A1C662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27866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D845571-4C56-4818-9F28-D6178A2D18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22698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D845571-4C56-4818-9F28-D6178A2D18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5AE224-D143-9B4C-984F-2DAFBF5A8A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59AE20-7C1B-3245-8D20-30A95A1D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A7714C-C9D3-EA4F-AAAE-A0B2CFDFA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9749" y="1513540"/>
            <a:ext cx="11109599" cy="43359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 i="0">
                <a:solidFill>
                  <a:schemeClr val="tx2"/>
                </a:solidFill>
                <a:latin typeface="Outfit Semi Bold" pitchFamily="2" charset="0"/>
              </a:defRPr>
            </a:lvl1pPr>
            <a:lvl2pPr marL="172800" indent="-172800">
              <a:buNone/>
              <a:defRPr b="0" i="0">
                <a:latin typeface="Outfit" pitchFamily="2" charset="0"/>
              </a:defRPr>
            </a:lvl2pPr>
            <a:lvl3pPr marL="172800">
              <a:defRPr b="0" i="0">
                <a:latin typeface="Outfit" pitchFamily="2" charset="0"/>
              </a:defRPr>
            </a:lvl3pPr>
            <a:lvl4pPr marL="345600">
              <a:defRPr b="0" i="0">
                <a:latin typeface="Outfit" pitchFamily="2" charset="0"/>
              </a:defRPr>
            </a:lvl4pPr>
            <a:lvl5pPr marL="518400">
              <a:defRPr b="0" i="0">
                <a:latin typeface="Outfit" pitchFamily="2" charset="0"/>
              </a:defRPr>
            </a:lvl5pPr>
            <a:lvl6pPr marL="691200">
              <a:defRPr/>
            </a:lvl6pPr>
            <a:lvl7pPr marL="864000">
              <a:defRPr/>
            </a:lvl7pPr>
            <a:lvl8pPr marL="1036800">
              <a:defRPr/>
            </a:lvl8pPr>
            <a:lvl9pPr marL="1209600">
              <a:defRPr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8FAF2F8-E403-D645-B5E7-F3DC78AB7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 b="1" i="0"/>
            </a:lvl1pPr>
          </a:lstStyle>
          <a:p>
            <a:r>
              <a:rPr lang="en-US"/>
              <a:t>Slide title</a:t>
            </a:r>
          </a:p>
        </p:txBody>
      </p:sp>
      <p:pic>
        <p:nvPicPr>
          <p:cNvPr id="2" name="Graphic 3">
            <a:extLst>
              <a:ext uri="{FF2B5EF4-FFF2-40B4-BE49-F238E27FC236}">
                <a16:creationId xmlns:a16="http://schemas.microsoft.com/office/drawing/2014/main" id="{EF070F48-D866-6D66-A5D9-CAFE45C69EC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5311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only with subhead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5AE224-D143-9B4C-984F-2DAFBF5A8A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59AE20-7C1B-3245-8D20-30A95A1D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7364" y="6307456"/>
            <a:ext cx="8321040" cy="153888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A7714C-C9D3-EA4F-AAAE-A0B2CFDFA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9749" y="1513540"/>
            <a:ext cx="11109599" cy="43359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 i="0">
                <a:solidFill>
                  <a:schemeClr val="bg1"/>
                </a:solidFill>
                <a:latin typeface="Outfit" pitchFamily="2" charset="0"/>
              </a:defRPr>
            </a:lvl1pPr>
            <a:lvl2pPr marL="172800" indent="-172800">
              <a:buNone/>
              <a:defRPr b="0" i="0">
                <a:solidFill>
                  <a:schemeClr val="bg1"/>
                </a:solidFill>
                <a:latin typeface="Outfit" pitchFamily="2" charset="0"/>
              </a:defRPr>
            </a:lvl2pPr>
            <a:lvl3pPr marL="172800">
              <a:defRPr b="0" i="0">
                <a:solidFill>
                  <a:schemeClr val="bg1"/>
                </a:solidFill>
                <a:latin typeface="Outfit" pitchFamily="2" charset="0"/>
              </a:defRPr>
            </a:lvl3pPr>
            <a:lvl4pPr marL="345600">
              <a:defRPr b="0" i="0">
                <a:solidFill>
                  <a:schemeClr val="bg1"/>
                </a:solidFill>
                <a:latin typeface="Outfit" pitchFamily="2" charset="0"/>
              </a:defRPr>
            </a:lvl4pPr>
            <a:lvl5pPr marL="518400">
              <a:defRPr b="0" i="0">
                <a:solidFill>
                  <a:schemeClr val="bg1"/>
                </a:solidFill>
                <a:latin typeface="Outfit" pitchFamily="2" charset="0"/>
              </a:defRPr>
            </a:lvl5pPr>
            <a:lvl6pPr marL="691200">
              <a:defRPr>
                <a:solidFill>
                  <a:schemeClr val="bg1"/>
                </a:solidFill>
              </a:defRPr>
            </a:lvl6pPr>
            <a:lvl7pPr marL="864000">
              <a:defRPr>
                <a:solidFill>
                  <a:schemeClr val="bg1"/>
                </a:solidFill>
              </a:defRPr>
            </a:lvl7pPr>
            <a:lvl8pPr marL="1036800">
              <a:defRPr>
                <a:solidFill>
                  <a:schemeClr val="bg1"/>
                </a:solidFill>
              </a:defRPr>
            </a:lvl8pPr>
            <a:lvl9pPr marL="1209600"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8FAF2F8-E403-D645-B5E7-F3DC78AB7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D5C9F8C-FEBA-973C-41F9-D448A844977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3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80227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E36E-202A-814F-AE8F-5976C6617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76F90A-A154-48F1-BE7C-789C72963E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65938B9-BA11-FD4C-6356-8EB5FEAB787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0366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91B37-C929-8D42-98C4-A32E7A9CD9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527F0-F38F-4798-9307-F3321E210A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B91201F-7A8A-85C6-2D70-3723D7EEB0D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959758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E36E-202A-814F-AE8F-5976C6617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F1305-6865-42BB-91D1-B37572DD39B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2" name="Graphic 3">
            <a:extLst>
              <a:ext uri="{FF2B5EF4-FFF2-40B4-BE49-F238E27FC236}">
                <a16:creationId xmlns:a16="http://schemas.microsoft.com/office/drawing/2014/main" id="{7E42C0A6-281E-ED4B-58EF-AC7B31C1D4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9771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EBC53FE-1903-2242-5DA0-BEE2A31E34B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8324"/>
          <a:stretch/>
        </p:blipFill>
        <p:spPr>
          <a:xfrm>
            <a:off x="6083300" y="0"/>
            <a:ext cx="6083300" cy="6858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E36E-202A-814F-AE8F-5976C6617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F1305-6865-42BB-91D1-B37572DD39B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A09CBEAE-01CB-64B5-A1D1-9E1A76A058F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29058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8089F1C-DC15-04DE-C84B-ECF3DB0303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6855"/>
          <a:stretch/>
        </p:blipFill>
        <p:spPr>
          <a:xfrm>
            <a:off x="6083300" y="4758"/>
            <a:ext cx="6083300" cy="685324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E36E-202A-814F-AE8F-5976C6617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F1305-6865-42BB-91D1-B37572DD39B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AEE4148-824A-B1ED-3ACE-29D191FC06C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5427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F646FA7-B1B4-181D-BB24-F5B04A6B5CB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66855"/>
          <a:stretch/>
        </p:blipFill>
        <p:spPr>
          <a:xfrm>
            <a:off x="8184698" y="4757"/>
            <a:ext cx="3981902" cy="683974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54219B2-78EC-4388-5A54-8720E6AE44E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54986"/>
          <a:stretch/>
        </p:blipFill>
        <p:spPr>
          <a:xfrm>
            <a:off x="4042392" y="0"/>
            <a:ext cx="4142306" cy="685800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E36E-202A-814F-AE8F-5976C6617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F1305-6865-42BB-91D1-B37572DD39B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9AEE4148-824A-B1ED-3ACE-29D191FC06C7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8298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91B37-C929-8D42-98C4-A32E7A9CD9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A2995F-EF6F-4BD4-A7EB-2B5A4EDC939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56C557A-A756-8C7C-7C30-53DD1A051DF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3549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AA82512-73EC-4AFA-82D7-8C9653567042}"/>
              </a:ext>
            </a:extLst>
          </p:cNvPr>
          <p:cNvSpPr/>
          <p:nvPr userDrawn="1"/>
        </p:nvSpPr>
        <p:spPr>
          <a:xfrm>
            <a:off x="6094412" y="0"/>
            <a:ext cx="60944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01D0E77-B7DA-4880-B448-4077D1B3EFB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9644" y="630238"/>
            <a:ext cx="5267394" cy="52625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9AE6F84-2C59-B242-985D-F6860D451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1558799"/>
            <a:ext cx="5105426" cy="342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04C7E-451E-E246-B880-1F1ABC33B9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15A590-C7FE-DC40-8E18-E9E18603A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5105426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98CBDDA-52F5-4D0F-8229-F1F6BE5E2B6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897364" y="6299143"/>
            <a:ext cx="4754880" cy="153888"/>
          </a:xfr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AE42269-D1F2-DEDB-E7B1-009C4F6EC5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15232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rter Page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2541CA-AF4E-4FA0-A115-C3032F32FF81}"/>
              </a:ext>
            </a:extLst>
          </p:cNvPr>
          <p:cNvSpPr/>
          <p:nvPr userDrawn="1"/>
        </p:nvSpPr>
        <p:spPr>
          <a:xfrm>
            <a:off x="8766313" y="0"/>
            <a:ext cx="34225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9AE6F84-2C59-B242-985D-F6860D451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999" y="1558799"/>
            <a:ext cx="7657327" cy="342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04C7E-451E-E246-B880-1F1ABC33B9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15A590-C7FE-DC40-8E18-E9E18603A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630000"/>
            <a:ext cx="7657327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581EE2-56E9-4FD0-BB3B-A65169609D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83756" y="630238"/>
            <a:ext cx="2673281" cy="52625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1C44553-403F-43ED-A6E3-D7607D95CEA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897364" y="6299143"/>
            <a:ext cx="7315200" cy="153888"/>
          </a:xfr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0022C8F-BF8D-06DC-1487-D5B68789AD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5162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585C9E-0354-444D-BE1E-35E1EAD891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1558799"/>
            <a:ext cx="50400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A77B8D-154F-6F45-8695-64F1BE59436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9BD5818-2878-DC43-BF9E-AA22CD6FD6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98DEDF5A-6EE3-4C39-92AA-2F9651F3EFB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480175" y="1558925"/>
            <a:ext cx="5168900" cy="378777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1025F6-A554-474F-95C2-3650AF0E294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703EE92-4423-5DDF-A74F-CB741BD048F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596031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1B8995-3561-A843-9E9E-65821497086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53F32CE-6555-4F4D-B8D4-4C4CF2AE4F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1DFADED3-0A50-469E-9028-A2DA6D2DB19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39612" y="1558925"/>
            <a:ext cx="5168900" cy="378777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AE66F91-B1DF-4FFE-8F56-F0F715531AA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609212" y="1558925"/>
            <a:ext cx="5168900" cy="378777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6FA0732-5D25-4C0E-96A3-253C57556DA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69DDA60-DFEB-4B4D-A631-7B091543A0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8398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90AB158C-B717-F146-8473-4FA9177902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00" y="1558799"/>
            <a:ext cx="5040000" cy="4140000"/>
          </a:xfrm>
          <a:prstGeom prst="rect">
            <a:avLst/>
          </a:prstGeom>
        </p:spPr>
        <p:txBody>
          <a:bodyPr/>
          <a:lstStyle>
            <a:lvl1pPr marL="172800" indent="-172800">
              <a:buFont typeface="Arial" panose="020B0604020202020204" pitchFamily="34" charset="0"/>
              <a:buChar char="•"/>
              <a:defRPr sz="1400"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ED999B74-4775-954D-AE91-802FA2FAD2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09212" y="1558799"/>
            <a:ext cx="50400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B6F21-EF9B-BE45-AAFE-E1AD49A1E7B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5D33DE1-3571-5345-BB13-D07092BC1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3B4676F-1436-4F64-A4BF-F8E5536EEE8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50AE246B-D11D-430D-ACFC-31989EDA94A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7589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AA10A2D-2893-2C48-9C44-64E01F59B5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1558799"/>
            <a:ext cx="33228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68A0E4-2E0D-294F-B1D9-DBD3BF4FF1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33206" y="1558799"/>
            <a:ext cx="33228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1FCAC9ED-712C-E64A-A315-8F7975B93BD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26412" y="1558799"/>
            <a:ext cx="33228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87ABA-3685-1B40-B8C1-6D1A423690B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C1A3E40-7C3E-6A49-A21B-3F41A7A9FC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CC9F8AF-7FE6-47E2-B5D9-C02A3C54957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0E7D5043-427B-2FBA-DEBE-C5EEB13759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12101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BA5AE212-B438-7247-B851-4B50F1ADF9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7871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8702DE56-D42A-E643-A1D3-2F8FC90CE9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1574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511FF0B5-4C23-4B4F-8089-816FFC5F4D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5361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CBF34-7884-9144-B76A-249853A107D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0B923AF-A6E4-6146-938C-9385E0A47A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1D2E66B-4AAB-424D-AD5B-425E5EA9AA3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B7F12E13-73F3-2948-AA2B-D748A576FB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8654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0A223CD9-7E47-69A5-E66C-37A596076BF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72421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B3872-610F-2C43-A210-3FDC8EF7DE74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0383502-25BE-654A-BA01-D0958CD259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111096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E2E16837-DE39-D149-86E3-3191148DC7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4078800"/>
            <a:ext cx="50400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66489298-2967-5B4B-A6A7-063622B511F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39612" y="2098800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3D85FDFB-BAA2-C542-AE9C-F5D528382F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612" y="1559708"/>
            <a:ext cx="50400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FFB49330-CF45-214A-ACF0-62E13EA2BCC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09600" y="4078800"/>
            <a:ext cx="50400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4EE35739-93BB-684C-83F4-60BC6A00DD4F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609600" y="2098800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3886E6EC-EB59-0348-ABF9-E79B4F47933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609600" y="1559708"/>
            <a:ext cx="50400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D1DE2A0-27BD-46BF-B880-39C92913DA79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46245E98-0CE1-0F94-30E8-C043B8F2D6D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72849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03ACF-2F4C-F843-BD56-23062E6A1EA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7C64916-CC9F-CB48-AD5C-57D5BC14D1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111096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ACCA8051-05E2-4841-B620-C25D88B71B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4078800"/>
            <a:ext cx="33228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00910E6B-FD72-804D-A9D2-72F936F8EA04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39612" y="2098800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3B316823-E02D-334E-ADBC-8E1B2D01BC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612" y="1559708"/>
            <a:ext cx="33228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2485DE50-CA50-194E-96B0-04CBD8B92A4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433400" y="4078800"/>
            <a:ext cx="33228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97292E1A-EC45-C44F-9DF9-E58F6C63DB3E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4433400" y="2098800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BCE2AE9D-754A-9E44-912D-F270F73EBAF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433400" y="1559708"/>
            <a:ext cx="33228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4B9BD494-A61D-934D-95C5-22C8495F19F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326800" y="4078800"/>
            <a:ext cx="33228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E662092C-B69C-D24F-BA28-E286481213BC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8326800" y="2098800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93880F7-08AD-DE4C-A1CF-DA9FCAD05CD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326800" y="1559708"/>
            <a:ext cx="33228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8D72FA1-A2EB-4DE1-A8BC-06D72F176568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4E2CE780-8AC9-D42A-1FB7-97FBB4B145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83255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8B7FFF9E-6CB1-6A44-A57A-41A01129B1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CAF5B82F-C4B1-2042-8307-32852E71BC5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77871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3BB99382-C4A4-8F4C-A7B1-37416B7748D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15742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D98AE347-29B0-634C-A11B-707DEA866B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53612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6AE02-8109-F541-B5B5-9AFA5637FEC1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5F833E4-F299-DC4B-B8FF-F6B08D7D91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111096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7CD5BC8-841B-AF4E-AA3B-3251F6286F75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39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AF3285C2-D53D-6944-9FE6-AC145C61AC46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377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22633D8B-8D76-F646-98F0-10F1CA0B6FC7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215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1ECBA903-36E1-8D40-828B-9E44A623C09F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9053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1A976FFB-F50E-784B-A5E5-A3EC3114A3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612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86A31B76-ACDE-FD42-8C92-DA1189E3629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377741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D3321DEC-DA6B-584D-8172-80D22DEFA37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215870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235751F1-708F-6A41-8879-5FC5B0DD0EA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054000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3F62A59-7F23-48A9-A24D-A1ABFE34D3DB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69438441-1980-CF75-1323-A0C6506FE5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1910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 with cor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2B8AD0-69FC-EF49-9261-46FC888EF7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62933"/>
            <a:ext cx="12188825" cy="500249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FE6CD86-C57A-6D4D-8868-B67F0A270A3F}"/>
              </a:ext>
            </a:extLst>
          </p:cNvPr>
          <p:cNvSpPr/>
          <p:nvPr userDrawn="1"/>
        </p:nvSpPr>
        <p:spPr>
          <a:xfrm>
            <a:off x="539612" y="1559708"/>
            <a:ext cx="50400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710D28-A266-E249-8501-607AD7E37BD4}"/>
              </a:ext>
            </a:extLst>
          </p:cNvPr>
          <p:cNvSpPr/>
          <p:nvPr userDrawn="1"/>
        </p:nvSpPr>
        <p:spPr>
          <a:xfrm>
            <a:off x="6609212" y="1559708"/>
            <a:ext cx="50400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1E675AA1-11F2-6E46-BE9B-7F62136C8C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99612" y="1919708"/>
            <a:ext cx="43200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F8E294CD-00A3-3B45-9B94-98E59514EE3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69212" y="1919708"/>
            <a:ext cx="43200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 marL="864000" indent="-172800">
              <a:buFont typeface="Arial" panose="020B0604020202020204" pitchFamily="34" charset="0"/>
              <a:buChar char="•"/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2891AE-CEE5-354E-8B85-564881200EB5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E9DF625-D8A7-9D48-98B1-D17318C22D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68F6F35D-803B-A74B-A083-051A2A962B69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39612" y="4079708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3FA207DE-62CD-B949-BD91-26F4572CA97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609212" y="4079708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2E2313D-F2CE-40CB-B3F2-316C78D1FBF9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F8565B13-AE4D-92AC-5DFD-9BB327D7F1E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095733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 with cor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C1245DC-9747-4149-A162-F29CA118ED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62933"/>
            <a:ext cx="12188825" cy="500249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FA48273-8E78-AC45-AB3F-B644EA8877CF}"/>
              </a:ext>
            </a:extLst>
          </p:cNvPr>
          <p:cNvSpPr/>
          <p:nvPr userDrawn="1"/>
        </p:nvSpPr>
        <p:spPr>
          <a:xfrm>
            <a:off x="539612" y="1559708"/>
            <a:ext cx="33228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DBB44F6E-428B-7C4B-85DD-0912AED6D3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9612" y="1919708"/>
            <a:ext cx="26028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C40747A-4D6F-144F-9DBB-2F01EC6C912A}"/>
              </a:ext>
            </a:extLst>
          </p:cNvPr>
          <p:cNvSpPr/>
          <p:nvPr userDrawn="1"/>
        </p:nvSpPr>
        <p:spPr>
          <a:xfrm>
            <a:off x="4433012" y="1559708"/>
            <a:ext cx="33228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43304268-B9C4-E841-9E77-1CC78A70F94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93012" y="1919708"/>
            <a:ext cx="26028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4429A07-502D-3948-9527-D4DF556A7E04}"/>
              </a:ext>
            </a:extLst>
          </p:cNvPr>
          <p:cNvSpPr/>
          <p:nvPr userDrawn="1"/>
        </p:nvSpPr>
        <p:spPr>
          <a:xfrm>
            <a:off x="8326412" y="1559708"/>
            <a:ext cx="33228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3A89C90E-125C-A44B-AA42-90411DE5650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686412" y="1919708"/>
            <a:ext cx="26028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F275D-2589-904B-BE36-F01CDBD11855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EC357CB-636E-5B47-9191-FFB6E2696B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13303FB7-9567-9647-82B4-0C8802B91CA7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39612" y="4079708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B11381AE-B2E7-0E4E-9072-E06F2D0B3C8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4433012" y="4079708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4BD9830B-53D8-1546-A0D1-35B0865538D0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8326412" y="4079708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ED00C6D-56F2-4000-8CEE-308C982F89CD}"/>
              </a:ext>
            </a:extLst>
          </p:cNvPr>
          <p:cNvSpPr>
            <a:spLocks noGrp="1"/>
          </p:cNvSpPr>
          <p:nvPr>
            <p:ph type="ftr" sz="quarter" idx="4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BDD8D09F-AF20-9009-4B83-31CC8EF3376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6459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text with cor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CC598C8F-C25D-C641-BD03-5DEDE98975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21199" y="1863028"/>
            <a:ext cx="12188825" cy="5002497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08E38B3-4D2A-324C-9ACD-F98EC811E0BF}"/>
              </a:ext>
            </a:extLst>
          </p:cNvPr>
          <p:cNvSpPr/>
          <p:nvPr userDrawn="1"/>
        </p:nvSpPr>
        <p:spPr>
          <a:xfrm>
            <a:off x="539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F1BDE0BE-5C37-F340-A4E7-B60B58069C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99612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BAD370-0604-CE4C-96B7-49708BA90F9E}"/>
              </a:ext>
            </a:extLst>
          </p:cNvPr>
          <p:cNvSpPr/>
          <p:nvPr userDrawn="1"/>
        </p:nvSpPr>
        <p:spPr>
          <a:xfrm>
            <a:off x="3377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A42945D-3A83-A441-A0C8-32A8BB048ABA}"/>
              </a:ext>
            </a:extLst>
          </p:cNvPr>
          <p:cNvSpPr/>
          <p:nvPr userDrawn="1"/>
        </p:nvSpPr>
        <p:spPr>
          <a:xfrm>
            <a:off x="6215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58C1BDF-EF25-CA42-9F2D-7019E1CB2A4F}"/>
              </a:ext>
            </a:extLst>
          </p:cNvPr>
          <p:cNvSpPr/>
          <p:nvPr userDrawn="1"/>
        </p:nvSpPr>
        <p:spPr>
          <a:xfrm>
            <a:off x="9053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7FB02-43BA-1245-86BD-D01B72AFD9E3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F43E1D9-2D79-DD48-A617-D84BD2086A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9CA13CB-8C00-CD4B-9D40-FC08F3139DF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39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C79B3082-2575-CD4D-82FD-060E52F346B3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3377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A6EA296C-0208-1642-BD53-F255A6B23F27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215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F29F929B-85D7-214E-B664-982C585CBF41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9053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ADA790-34AA-4AD5-AE1A-C56B11D383B5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292802BC-5586-DC4F-8C9A-66962199AAB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735577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021D97E4-4F7C-D14C-8A1B-26495913D8A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84794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18B00457-CC8C-BD40-A4A0-46EEE361A9D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420759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3745132A-6CDD-12D9-BA9B-671878B300F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215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d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81CF5-1AFE-234F-84AB-744A22E7AB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705C9339-FC05-ED49-BF74-66C53345D1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00" y="1558799"/>
            <a:ext cx="57600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1AB26CE-9663-6D4C-9A82-80F5A0ACC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57600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053A78D-F952-1740-9FCA-32639CDC2A83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839225" y="0"/>
            <a:ext cx="5349600" cy="594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EE2D877-8629-48C6-84BC-023F66D0F009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6" name="Graphic 3">
            <a:extLst>
              <a:ext uri="{FF2B5EF4-FFF2-40B4-BE49-F238E27FC236}">
                <a16:creationId xmlns:a16="http://schemas.microsoft.com/office/drawing/2014/main" id="{80799B06-0FD8-65DD-B746-BCDE088DC6E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66089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-column featured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BF407E25-2EE8-9B4B-A48F-7812170B54D9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0" y="0"/>
            <a:ext cx="5349600" cy="594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B49DE1C-F950-5B42-8EC5-830A24C277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8921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A0C36BAE-7D3E-9341-A555-48106F4183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5361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D12A7-8895-0F48-BB2F-D9FF3668E583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AC7CD1A-DFD6-EB4F-BC37-497E4ABCD5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212" y="630000"/>
            <a:ext cx="5760388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45D256-961D-4EAB-A6A7-1B64C8E8B414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3">
            <a:extLst>
              <a:ext uri="{FF2B5EF4-FFF2-40B4-BE49-F238E27FC236}">
                <a16:creationId xmlns:a16="http://schemas.microsoft.com/office/drawing/2014/main" id="{3CEA9FD3-B1BB-58E5-068B-FA388601F0F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315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/>
          </p:cNvSpPr>
          <p:nvPr userDrawn="1"/>
        </p:nvSpPr>
        <p:spPr bwMode="auto">
          <a:xfrm>
            <a:off x="0" y="0"/>
            <a:ext cx="12192000" cy="6856412"/>
          </a:xfrm>
          <a:custGeom>
            <a:avLst/>
            <a:gdLst>
              <a:gd name="T0" fmla="*/ 856 w 1281"/>
              <a:gd name="T1" fmla="*/ 16 h 720"/>
              <a:gd name="T2" fmla="*/ 856 w 1281"/>
              <a:gd name="T3" fmla="*/ 0 h 720"/>
              <a:gd name="T4" fmla="*/ 1281 w 1281"/>
              <a:gd name="T5" fmla="*/ 0 h 720"/>
              <a:gd name="T6" fmla="*/ 1281 w 1281"/>
              <a:gd name="T7" fmla="*/ 720 h 720"/>
              <a:gd name="T8" fmla="*/ 1 w 1281"/>
              <a:gd name="T9" fmla="*/ 720 h 720"/>
              <a:gd name="T10" fmla="*/ 0 w 1281"/>
              <a:gd name="T11" fmla="*/ 517 h 720"/>
              <a:gd name="T12" fmla="*/ 681 w 1281"/>
              <a:gd name="T13" fmla="*/ 269 h 720"/>
              <a:gd name="T14" fmla="*/ 856 w 1281"/>
              <a:gd name="T15" fmla="*/ 16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720">
                <a:moveTo>
                  <a:pt x="856" y="16"/>
                </a:moveTo>
                <a:cubicBezTo>
                  <a:pt x="856" y="0"/>
                  <a:pt x="856" y="0"/>
                  <a:pt x="856" y="0"/>
                </a:cubicBezTo>
                <a:cubicBezTo>
                  <a:pt x="1281" y="0"/>
                  <a:pt x="1281" y="0"/>
                  <a:pt x="1281" y="0"/>
                </a:cubicBezTo>
                <a:cubicBezTo>
                  <a:pt x="1281" y="720"/>
                  <a:pt x="1281" y="720"/>
                  <a:pt x="1281" y="720"/>
                </a:cubicBezTo>
                <a:cubicBezTo>
                  <a:pt x="1" y="720"/>
                  <a:pt x="1" y="720"/>
                  <a:pt x="1" y="720"/>
                </a:cubicBezTo>
                <a:cubicBezTo>
                  <a:pt x="0" y="517"/>
                  <a:pt x="0" y="517"/>
                  <a:pt x="0" y="517"/>
                </a:cubicBezTo>
                <a:cubicBezTo>
                  <a:pt x="681" y="269"/>
                  <a:pt x="681" y="269"/>
                  <a:pt x="681" y="269"/>
                </a:cubicBezTo>
                <a:cubicBezTo>
                  <a:pt x="784" y="230"/>
                  <a:pt x="856" y="132"/>
                  <a:pt x="856" y="1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b="0" i="0">
              <a:latin typeface="Outfit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D12A7-8895-0F48-BB2F-D9FF3668E583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AC7CD1A-DFD6-EB4F-BC37-497E4ABCD5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20918" y="3204521"/>
            <a:ext cx="5428293" cy="455509"/>
          </a:xfrm>
        </p:spPr>
        <p:txBody>
          <a:bodyPr/>
          <a:lstStyle>
            <a:lvl1pPr>
              <a:defRPr b="1" i="0"/>
            </a:lvl1pPr>
          </a:lstStyle>
          <a:p>
            <a:r>
              <a:rPr lang="en-US"/>
              <a:t>“Quote copy”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ED78CFF-11B0-A249-B69A-83016A099C1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20918" y="5243290"/>
            <a:ext cx="2595600" cy="4555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Outfit" pitchFamily="2" charset="0"/>
              </a:defRPr>
            </a:lvl1pPr>
            <a:lvl2pPr marL="172800" indent="0" algn="l">
              <a:buNone/>
              <a:defRPr/>
            </a:lvl2pPr>
            <a:lvl3pPr>
              <a:defRPr/>
            </a:lvl3pPr>
          </a:lstStyle>
          <a:p>
            <a:pPr lvl="0"/>
            <a:r>
              <a:rPr lang="en-US"/>
              <a:t>—Author</a:t>
            </a:r>
          </a:p>
        </p:txBody>
      </p:sp>
      <p:sp>
        <p:nvSpPr>
          <p:cNvPr id="8" name="AutoShape 3"/>
          <p:cNvSpPr>
            <a:spLocks noChangeAspect="1" noChangeArrowheads="1" noTextEdit="1"/>
          </p:cNvSpPr>
          <p:nvPr userDrawn="1"/>
        </p:nvSpPr>
        <p:spPr bwMode="auto">
          <a:xfrm>
            <a:off x="0" y="1588"/>
            <a:ext cx="12192000" cy="685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b="0" i="0">
              <a:latin typeface="Outfit" pitchFamily="2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FC91AC6-DD39-4C81-9B82-89D2198217C8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08AE61-26B7-C403-3510-D5C6EE3093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5788" y="319531"/>
            <a:ext cx="3409960" cy="1127131"/>
          </a:xfrm>
          <a:prstGeom prst="rect">
            <a:avLst/>
          </a:prstGeom>
        </p:spPr>
      </p:pic>
      <p:pic>
        <p:nvPicPr>
          <p:cNvPr id="3" name="Graphic 3">
            <a:extLst>
              <a:ext uri="{FF2B5EF4-FFF2-40B4-BE49-F238E27FC236}">
                <a16:creationId xmlns:a16="http://schemas.microsoft.com/office/drawing/2014/main" id="{0FDE4F4F-84C4-69B6-61AE-4EDC6F4504F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1425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E1C2E84-12F9-A3E5-4FC6-BD317C7A98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4373" y="2739343"/>
            <a:ext cx="4168775" cy="137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9375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 type="tx">
  <p:cSld name="Title and tex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233196" y="484283"/>
            <a:ext cx="1172243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body" idx="1"/>
          </p:nvPr>
        </p:nvSpPr>
        <p:spPr>
          <a:xfrm>
            <a:off x="166260" y="1299036"/>
            <a:ext cx="11722431" cy="2154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66481" lvl="0" indent="-23324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32962" lvl="1" indent="-37318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2pPr>
            <a:lvl3pPr marL="1399443" lvl="2" indent="-34986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marL="1865925" lvl="3" indent="-33703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2"/>
              <a:buChar char="•"/>
              <a:defRPr/>
            </a:lvl4pPr>
            <a:lvl5pPr marL="2332406" lvl="4" indent="-32070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5pPr>
            <a:lvl6pPr marL="2798887" lvl="5" indent="-32070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6pPr>
            <a:lvl7pPr marL="3265368" lvl="6" indent="-32070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7pPr>
            <a:lvl8pPr marL="3731849" lvl="7" indent="-32070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8pPr>
            <a:lvl9pPr marL="4198330" lvl="8" indent="-32070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4080425" cy="3060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>
                <a:solidFill>
                  <a:schemeClr val="dk1"/>
                </a:solidFill>
                <a:latin typeface="+mn-lt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lang="en-GB"/>
          </a:p>
        </p:txBody>
      </p:sp>
      <p:sp>
        <p:nvSpPr>
          <p:cNvPr id="21" name="Google Shape;21;p3"/>
          <p:cNvSpPr txBox="1">
            <a:spLocks noGrp="1"/>
          </p:cNvSpPr>
          <p:nvPr>
            <p:ph type="ftr" idx="11"/>
          </p:nvPr>
        </p:nvSpPr>
        <p:spPr>
          <a:xfrm>
            <a:off x="11469803" y="37254"/>
            <a:ext cx="414571" cy="12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9345125" y="6644194"/>
            <a:ext cx="2539248" cy="192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 b="0" i="0">
                <a:solidFill>
                  <a:srgbClr val="000000"/>
                </a:solidFill>
                <a:latin typeface="Outfit Light" pitchFamily="2" charset="0"/>
                <a:ea typeface="Outfit Light" pitchFamily="2" charset="0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3">
            <a:extLst>
              <a:ext uri="{FF2B5EF4-FFF2-40B4-BE49-F238E27FC236}">
                <a16:creationId xmlns:a16="http://schemas.microsoft.com/office/drawing/2014/main" id="{759918D5-5D13-FF36-983C-D6F221E6511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873719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1_Title onl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>
            <a:spLocks noGrp="1"/>
          </p:cNvSpPr>
          <p:nvPr>
            <p:ph type="title"/>
          </p:nvPr>
        </p:nvSpPr>
        <p:spPr>
          <a:xfrm>
            <a:off x="233196" y="463463"/>
            <a:ext cx="11722431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dt" idx="10"/>
          </p:nvPr>
        </p:nvSpPr>
        <p:spPr>
          <a:xfrm>
            <a:off x="0" y="0"/>
            <a:ext cx="4080425" cy="30609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>
                <a:solidFill>
                  <a:schemeClr val="dk1"/>
                </a:solidFill>
                <a:latin typeface="+mn-lt"/>
                <a:ea typeface="Times New Roman"/>
                <a:cs typeface="Times New Roman"/>
                <a:sym typeface="Times New Roman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449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endParaRPr lang="en-GB"/>
          </a:p>
        </p:txBody>
      </p:sp>
      <p:sp>
        <p:nvSpPr>
          <p:cNvPr id="26" name="Google Shape;26;p4"/>
          <p:cNvSpPr txBox="1">
            <a:spLocks noGrp="1"/>
          </p:cNvSpPr>
          <p:nvPr>
            <p:ph type="ftr" idx="11"/>
          </p:nvPr>
        </p:nvSpPr>
        <p:spPr>
          <a:xfrm>
            <a:off x="11469803" y="37254"/>
            <a:ext cx="414571" cy="12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9345125" y="6644194"/>
            <a:ext cx="2539248" cy="1922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 b="0" i="0">
                <a:solidFill>
                  <a:srgbClr val="000000"/>
                </a:solidFill>
                <a:latin typeface="Outfit Light" pitchFamily="2" charset="0"/>
                <a:ea typeface="Outfit Light" pitchFamily="2" charset="0"/>
                <a:cs typeface="Arial"/>
                <a:sym typeface="Arial"/>
              </a:defRPr>
            </a:lvl1pPr>
            <a:lvl2pPr marL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24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93775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 slide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>
            <a:spLocks noGrp="1"/>
          </p:cNvSpPr>
          <p:nvPr>
            <p:ph type="ftr" idx="11"/>
          </p:nvPr>
        </p:nvSpPr>
        <p:spPr>
          <a:xfrm>
            <a:off x="11469803" y="37254"/>
            <a:ext cx="414571" cy="124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ctrTitle"/>
          </p:nvPr>
        </p:nvSpPr>
        <p:spPr>
          <a:xfrm>
            <a:off x="3590790" y="2756807"/>
            <a:ext cx="6838264" cy="492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ubTitle" idx="1"/>
          </p:nvPr>
        </p:nvSpPr>
        <p:spPr>
          <a:xfrm>
            <a:off x="3590790" y="3961896"/>
            <a:ext cx="6838264" cy="2170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Char char="•"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2"/>
              <a:buChar char="•"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50"/>
              <a:buChar char="–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4526280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0000" y="658533"/>
            <a:ext cx="11109600" cy="398442"/>
          </a:xfrm>
        </p:spPr>
        <p:txBody>
          <a:bodyPr lIns="0" tIns="0" rIns="0" bIns="0"/>
          <a:lstStyle>
            <a:lvl1pPr>
              <a:defRPr sz="2799" b="1" i="0">
                <a:solidFill>
                  <a:srgbClr val="2A629F"/>
                </a:solidFill>
                <a:latin typeface="Poppins SemiBold"/>
                <a:cs typeface="Poppins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399" b="0" i="0">
                <a:solidFill>
                  <a:srgbClr val="010435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39471" y="5175760"/>
            <a:ext cx="253536" cy="2400657"/>
          </a:xfrm>
        </p:spPr>
        <p:txBody>
          <a:bodyPr lIns="0" tIns="0" rIns="0" bIns="0"/>
          <a:lstStyle>
            <a:lvl1pPr>
              <a:defRPr sz="800" b="0" i="0">
                <a:solidFill>
                  <a:srgbClr val="D0D0D0"/>
                </a:solidFill>
                <a:latin typeface="Poppins"/>
                <a:cs typeface="Poppins"/>
              </a:defRPr>
            </a:lvl1pPr>
          </a:lstStyle>
          <a:p>
            <a:pPr marL="38089">
              <a:spcBef>
                <a:spcPts val="145"/>
              </a:spcBef>
              <a:tabLst>
                <a:tab pos="307883" algn="l"/>
              </a:tabLst>
            </a:pPr>
            <a:fld id="{81D60167-4931-47E6-BA6A-407CBD079E47}" type="slidenum">
              <a:rPr lang="en-GB" sz="900" b="1" spc="-37" baseline="4629" smtClean="0">
                <a:solidFill>
                  <a:srgbClr val="929292"/>
                </a:solidFill>
                <a:latin typeface="Poppins SemiBold"/>
                <a:cs typeface="Poppins SemiBold"/>
              </a:rPr>
              <a:pPr marL="38089">
                <a:spcBef>
                  <a:spcPts val="145"/>
                </a:spcBef>
                <a:tabLst>
                  <a:tab pos="307883" algn="l"/>
                </a:tabLst>
              </a:pPr>
              <a:t>‹#›</a:t>
            </a:fld>
            <a:r>
              <a:rPr lang="en-GB" sz="900" b="1" baseline="4629">
                <a:solidFill>
                  <a:srgbClr val="929292"/>
                </a:solidFill>
                <a:latin typeface="Poppins SemiBold"/>
                <a:cs typeface="Poppins SemiBold"/>
              </a:rPr>
              <a:t>	</a:t>
            </a:r>
            <a:r>
              <a:rPr lang="en-GB"/>
              <a:t>Copyright</a:t>
            </a:r>
            <a:r>
              <a:rPr lang="en-GB" spc="-35"/>
              <a:t> </a:t>
            </a:r>
            <a:r>
              <a:rPr lang="en-GB"/>
              <a:t>2023</a:t>
            </a:r>
            <a:r>
              <a:rPr lang="en-GB" spc="-20"/>
              <a:t> </a:t>
            </a:r>
            <a:r>
              <a:rPr lang="en-GB"/>
              <a:t>Baker</a:t>
            </a:r>
            <a:r>
              <a:rPr lang="en-GB" spc="-30"/>
              <a:t> </a:t>
            </a:r>
            <a:r>
              <a:rPr lang="en-GB"/>
              <a:t>Hughes</a:t>
            </a:r>
            <a:r>
              <a:rPr lang="en-GB" spc="-30"/>
              <a:t> </a:t>
            </a:r>
            <a:r>
              <a:rPr lang="en-GB"/>
              <a:t>Company.</a:t>
            </a:r>
            <a:r>
              <a:rPr lang="en-GB" spc="-50"/>
              <a:t> </a:t>
            </a:r>
            <a:r>
              <a:rPr lang="en-GB"/>
              <a:t>All rights</a:t>
            </a:r>
            <a:r>
              <a:rPr lang="en-GB" spc="-15"/>
              <a:t> </a:t>
            </a:r>
            <a:r>
              <a:rPr lang="en-GB" spc="-10"/>
              <a:t>reserved.</a:t>
            </a:r>
            <a:endParaRPr lang="en-GB">
              <a:latin typeface="Poppins SemiBold"/>
              <a:cs typeface="Poppi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15303442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731381" y="6145161"/>
            <a:ext cx="1915296" cy="455930"/>
          </a:xfrm>
          <a:custGeom>
            <a:avLst/>
            <a:gdLst/>
            <a:ahLst/>
            <a:cxnLst/>
            <a:rect l="l" t="t" r="r" b="b"/>
            <a:pathLst>
              <a:path w="1915795" h="455929">
                <a:moveTo>
                  <a:pt x="1915286" y="0"/>
                </a:moveTo>
                <a:lnTo>
                  <a:pt x="0" y="0"/>
                </a:lnTo>
                <a:lnTo>
                  <a:pt x="0" y="455510"/>
                </a:lnTo>
                <a:lnTo>
                  <a:pt x="1915286" y="455510"/>
                </a:lnTo>
                <a:lnTo>
                  <a:pt x="1915286" y="0"/>
                </a:lnTo>
                <a:close/>
              </a:path>
            </a:pathLst>
          </a:custGeom>
          <a:solidFill>
            <a:srgbClr val="2A629F"/>
          </a:solidFill>
        </p:spPr>
        <p:txBody>
          <a:bodyPr wrap="square" lIns="0" tIns="0" rIns="0" bIns="0" rtlCol="0"/>
          <a:lstStyle/>
          <a:p>
            <a:endParaRPr sz="2399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40000" y="658533"/>
            <a:ext cx="11109600" cy="398442"/>
          </a:xfrm>
        </p:spPr>
        <p:txBody>
          <a:bodyPr lIns="0" tIns="0" rIns="0" bIns="0"/>
          <a:lstStyle>
            <a:lvl1pPr>
              <a:defRPr sz="2799" b="1" i="0">
                <a:solidFill>
                  <a:srgbClr val="2A629F"/>
                </a:solidFill>
                <a:latin typeface="Poppins SemiBold"/>
                <a:cs typeface="Poppins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26963" y="1685925"/>
            <a:ext cx="5081851" cy="18466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chemeClr val="tx1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472011" y="2116328"/>
            <a:ext cx="5130098" cy="369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99" b="0" i="0">
                <a:solidFill>
                  <a:srgbClr val="010435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539471" y="5175760"/>
            <a:ext cx="253536" cy="2400657"/>
          </a:xfrm>
        </p:spPr>
        <p:txBody>
          <a:bodyPr lIns="0" tIns="0" rIns="0" bIns="0"/>
          <a:lstStyle>
            <a:lvl1pPr>
              <a:defRPr sz="800" b="0" i="0">
                <a:solidFill>
                  <a:srgbClr val="D0D0D0"/>
                </a:solidFill>
                <a:latin typeface="Poppins"/>
                <a:cs typeface="Poppins"/>
              </a:defRPr>
            </a:lvl1pPr>
          </a:lstStyle>
          <a:p>
            <a:pPr marL="38089">
              <a:spcBef>
                <a:spcPts val="145"/>
              </a:spcBef>
              <a:tabLst>
                <a:tab pos="307883" algn="l"/>
              </a:tabLst>
            </a:pPr>
            <a:fld id="{81D60167-4931-47E6-BA6A-407CBD079E47}" type="slidenum">
              <a:rPr lang="en-GB" sz="900" b="1" spc="-37" baseline="4629" smtClean="0">
                <a:solidFill>
                  <a:srgbClr val="929292"/>
                </a:solidFill>
                <a:latin typeface="Poppins SemiBold"/>
                <a:cs typeface="Poppins SemiBold"/>
              </a:rPr>
              <a:pPr marL="38089">
                <a:spcBef>
                  <a:spcPts val="145"/>
                </a:spcBef>
                <a:tabLst>
                  <a:tab pos="307883" algn="l"/>
                </a:tabLst>
              </a:pPr>
              <a:t>‹#›</a:t>
            </a:fld>
            <a:r>
              <a:rPr lang="en-GB" sz="900" b="1" baseline="4629">
                <a:solidFill>
                  <a:srgbClr val="929292"/>
                </a:solidFill>
                <a:latin typeface="Poppins SemiBold"/>
                <a:cs typeface="Poppins SemiBold"/>
              </a:rPr>
              <a:t>	</a:t>
            </a:r>
            <a:r>
              <a:rPr lang="en-GB"/>
              <a:t>Copyright</a:t>
            </a:r>
            <a:r>
              <a:rPr lang="en-GB" spc="-35"/>
              <a:t> </a:t>
            </a:r>
            <a:r>
              <a:rPr lang="en-GB"/>
              <a:t>2023</a:t>
            </a:r>
            <a:r>
              <a:rPr lang="en-GB" spc="-20"/>
              <a:t> </a:t>
            </a:r>
            <a:r>
              <a:rPr lang="en-GB"/>
              <a:t>Baker</a:t>
            </a:r>
            <a:r>
              <a:rPr lang="en-GB" spc="-30"/>
              <a:t> </a:t>
            </a:r>
            <a:r>
              <a:rPr lang="en-GB"/>
              <a:t>Hughes</a:t>
            </a:r>
            <a:r>
              <a:rPr lang="en-GB" spc="-30"/>
              <a:t> </a:t>
            </a:r>
            <a:r>
              <a:rPr lang="en-GB"/>
              <a:t>Company.</a:t>
            </a:r>
            <a:r>
              <a:rPr lang="en-GB" spc="-50"/>
              <a:t> </a:t>
            </a:r>
            <a:r>
              <a:rPr lang="en-GB"/>
              <a:t>All rights</a:t>
            </a:r>
            <a:r>
              <a:rPr lang="en-GB" spc="-15"/>
              <a:t> </a:t>
            </a:r>
            <a:r>
              <a:rPr lang="en-GB" spc="-10"/>
              <a:t>reserved.</a:t>
            </a:r>
            <a:endParaRPr lang="en-GB">
              <a:latin typeface="Poppins SemiBold"/>
              <a:cs typeface="Poppi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71229013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85651" cy="6858000"/>
          </a:xfrm>
          <a:custGeom>
            <a:avLst/>
            <a:gdLst/>
            <a:ahLst/>
            <a:cxnLst/>
            <a:rect l="l" t="t" r="r" b="b"/>
            <a:pathLst>
              <a:path w="12188825" h="6858000">
                <a:moveTo>
                  <a:pt x="12188825" y="0"/>
                </a:moveTo>
                <a:lnTo>
                  <a:pt x="0" y="0"/>
                </a:lnTo>
                <a:lnTo>
                  <a:pt x="0" y="6858000"/>
                </a:lnTo>
                <a:lnTo>
                  <a:pt x="12188825" y="6858000"/>
                </a:lnTo>
                <a:lnTo>
                  <a:pt x="12188825" y="0"/>
                </a:lnTo>
                <a:close/>
              </a:path>
            </a:pathLst>
          </a:custGeom>
          <a:solidFill>
            <a:srgbClr val="010435"/>
          </a:solidFill>
        </p:spPr>
        <p:txBody>
          <a:bodyPr wrap="square" lIns="0" tIns="0" rIns="0" bIns="0" rtlCol="0"/>
          <a:lstStyle/>
          <a:p>
            <a:endParaRPr sz="2399"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26963" y="1684064"/>
            <a:ext cx="5068520" cy="3984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99" b="1" i="0">
                <a:solidFill>
                  <a:srgbClr val="2A629F"/>
                </a:solidFill>
                <a:latin typeface="Poppins SemiBold"/>
                <a:cs typeface="Poppins Semi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324" y="3840480"/>
            <a:ext cx="8532178" cy="369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399" b="0" i="0">
                <a:solidFill>
                  <a:srgbClr val="010435"/>
                </a:solidFill>
                <a:latin typeface="Poppins"/>
                <a:cs typeface="Poppin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7/22/2025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539471" y="5175760"/>
            <a:ext cx="253536" cy="2400657"/>
          </a:xfrm>
        </p:spPr>
        <p:txBody>
          <a:bodyPr lIns="0" tIns="0" rIns="0" bIns="0"/>
          <a:lstStyle>
            <a:lvl1pPr>
              <a:defRPr sz="800" b="0" i="0">
                <a:solidFill>
                  <a:srgbClr val="D0D0D0"/>
                </a:solidFill>
                <a:latin typeface="Poppins"/>
                <a:cs typeface="Poppins"/>
              </a:defRPr>
            </a:lvl1pPr>
          </a:lstStyle>
          <a:p>
            <a:pPr marL="38089">
              <a:spcBef>
                <a:spcPts val="145"/>
              </a:spcBef>
              <a:tabLst>
                <a:tab pos="307883" algn="l"/>
              </a:tabLst>
            </a:pPr>
            <a:fld id="{81D60167-4931-47E6-BA6A-407CBD079E47}" type="slidenum">
              <a:rPr lang="en-GB" sz="900" b="1" spc="-37" baseline="4629" smtClean="0">
                <a:solidFill>
                  <a:srgbClr val="929292"/>
                </a:solidFill>
                <a:latin typeface="Poppins SemiBold"/>
                <a:cs typeface="Poppins SemiBold"/>
              </a:rPr>
              <a:pPr marL="38089">
                <a:spcBef>
                  <a:spcPts val="145"/>
                </a:spcBef>
                <a:tabLst>
                  <a:tab pos="307883" algn="l"/>
                </a:tabLst>
              </a:pPr>
              <a:t>‹#›</a:t>
            </a:fld>
            <a:r>
              <a:rPr lang="en-GB" sz="900" b="1" baseline="4629">
                <a:solidFill>
                  <a:srgbClr val="929292"/>
                </a:solidFill>
                <a:latin typeface="Poppins SemiBold"/>
                <a:cs typeface="Poppins SemiBold"/>
              </a:rPr>
              <a:t>	</a:t>
            </a:r>
            <a:r>
              <a:rPr lang="en-GB"/>
              <a:t>Copyright</a:t>
            </a:r>
            <a:r>
              <a:rPr lang="en-GB" spc="-35"/>
              <a:t> </a:t>
            </a:r>
            <a:r>
              <a:rPr lang="en-GB"/>
              <a:t>2023</a:t>
            </a:r>
            <a:r>
              <a:rPr lang="en-GB" spc="-20"/>
              <a:t> </a:t>
            </a:r>
            <a:r>
              <a:rPr lang="en-GB"/>
              <a:t>Baker</a:t>
            </a:r>
            <a:r>
              <a:rPr lang="en-GB" spc="-30"/>
              <a:t> </a:t>
            </a:r>
            <a:r>
              <a:rPr lang="en-GB"/>
              <a:t>Hughes</a:t>
            </a:r>
            <a:r>
              <a:rPr lang="en-GB" spc="-30"/>
              <a:t> </a:t>
            </a:r>
            <a:r>
              <a:rPr lang="en-GB"/>
              <a:t>Company.</a:t>
            </a:r>
            <a:r>
              <a:rPr lang="en-GB" spc="-50"/>
              <a:t> </a:t>
            </a:r>
            <a:r>
              <a:rPr lang="en-GB"/>
              <a:t>All rights</a:t>
            </a:r>
            <a:r>
              <a:rPr lang="en-GB" spc="-15"/>
              <a:t> </a:t>
            </a:r>
            <a:r>
              <a:rPr lang="en-GB" spc="-10"/>
              <a:t>reserved.</a:t>
            </a:r>
            <a:endParaRPr lang="en-GB">
              <a:latin typeface="Poppins SemiBold"/>
              <a:cs typeface="Poppins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01205969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28AEC-0935-8D4E-8AC1-7528026E20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A631667-E28D-7640-95F5-66AB9F64F4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B91D220-690F-F743-8BF8-C2B6B49DCD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4597180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6C91D94-1DB9-47B3-A78D-E0C59FC893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Outfit" pitchFamily="2" charset="0"/>
              </a:defRPr>
            </a:lvl1pPr>
          </a:lstStyle>
          <a:p>
            <a:pPr lvl="0"/>
            <a:fld id="{F4D7BF67-1FB1-4572-9FA4-449E1F9DFAF5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72B442-6DB9-584E-A3A8-64406D5669B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accent4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accent4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2F2D11F6-5BD9-B6EF-D4D6-03A5314738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  <p:pic>
        <p:nvPicPr>
          <p:cNvPr id="7" name="Graphic 4">
            <a:extLst>
              <a:ext uri="{FF2B5EF4-FFF2-40B4-BE49-F238E27FC236}">
                <a16:creationId xmlns:a16="http://schemas.microsoft.com/office/drawing/2014/main" id="{4083C20C-AB23-076A-E66D-06642A1038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1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90973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4B223104-85DE-FA48-8758-9751AD8D6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bg1"/>
                </a:solidFill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5D16D76C-A25F-3546-982F-DDEB980AB9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6DE51537-39B4-8542-9743-5A2DD1ECF4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4597180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96A6ABC-034D-4932-A8F3-E632BE2712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fld id="{EA41576A-A317-4C82-ABED-EE6260F94C3F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4D6220-FFB6-48BC-8EC2-C9F7D79F5EB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bg1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bg1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pic>
        <p:nvPicPr>
          <p:cNvPr id="4" name="Graphic 2">
            <a:extLst>
              <a:ext uri="{FF2B5EF4-FFF2-40B4-BE49-F238E27FC236}">
                <a16:creationId xmlns:a16="http://schemas.microsoft.com/office/drawing/2014/main" id="{A5D38E30-C1DC-F142-47F6-EA622EAFE55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11482" y="6165364"/>
            <a:ext cx="1667510" cy="551180"/>
          </a:xfrm>
          <a:prstGeom prst="rect">
            <a:avLst/>
          </a:prstGeom>
        </p:spPr>
      </p:pic>
      <p:pic>
        <p:nvPicPr>
          <p:cNvPr id="5" name="Graphic 2">
            <a:extLst>
              <a:ext uri="{FF2B5EF4-FFF2-40B4-BE49-F238E27FC236}">
                <a16:creationId xmlns:a16="http://schemas.microsoft.com/office/drawing/2014/main" id="{FB71C258-F321-32F3-ACE8-5B6956CFE11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2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63382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core shap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>
            <a:spLocks noChangeAspect="1"/>
          </p:cNvSpPr>
          <p:nvPr userDrawn="1"/>
        </p:nvSpPr>
        <p:spPr bwMode="auto">
          <a:xfrm>
            <a:off x="95534" y="0"/>
            <a:ext cx="12189600" cy="4943027"/>
          </a:xfrm>
          <a:custGeom>
            <a:avLst/>
            <a:gdLst>
              <a:gd name="T0" fmla="*/ 1281 w 1281"/>
              <a:gd name="T1" fmla="*/ 0 h 519"/>
              <a:gd name="T2" fmla="*/ 1281 w 1281"/>
              <a:gd name="T3" fmla="*/ 214 h 519"/>
              <a:gd name="T4" fmla="*/ 544 w 1281"/>
              <a:gd name="T5" fmla="*/ 482 h 519"/>
              <a:gd name="T6" fmla="*/ 544 w 1281"/>
              <a:gd name="T7" fmla="*/ 482 h 519"/>
              <a:gd name="T8" fmla="*/ 340 w 1281"/>
              <a:gd name="T9" fmla="*/ 519 h 519"/>
              <a:gd name="T10" fmla="*/ 0 w 1281"/>
              <a:gd name="T11" fmla="*/ 409 h 519"/>
              <a:gd name="T12" fmla="*/ 0 w 1281"/>
              <a:gd name="T13" fmla="*/ 0 h 519"/>
              <a:gd name="T14" fmla="*/ 1281 w 1281"/>
              <a:gd name="T15" fmla="*/ 0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519">
                <a:moveTo>
                  <a:pt x="1281" y="0"/>
                </a:moveTo>
                <a:cubicBezTo>
                  <a:pt x="1281" y="214"/>
                  <a:pt x="1281" y="214"/>
                  <a:pt x="1281" y="214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481" y="506"/>
                  <a:pt x="412" y="519"/>
                  <a:pt x="340" y="519"/>
                </a:cubicBezTo>
                <a:cubicBezTo>
                  <a:pt x="213" y="519"/>
                  <a:pt x="96" y="478"/>
                  <a:pt x="0" y="409"/>
                </a:cubicBezTo>
                <a:cubicBezTo>
                  <a:pt x="0" y="0"/>
                  <a:pt x="0" y="0"/>
                  <a:pt x="0" y="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b="0" i="0">
              <a:latin typeface="Outfit" pitchFamily="2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CC6CEA8-4389-9D42-B3B2-D9DF469E2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5327512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accent2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23D7A19-BD07-0348-9438-F9EA4726B1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107562"/>
            <a:ext cx="7092000" cy="640560"/>
          </a:xfrm>
        </p:spPr>
        <p:txBody>
          <a:bodyPr wrap="square" anchor="b">
            <a:no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bg1"/>
                </a:solidFill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71801255-696D-BE4E-92C5-A301266C57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2849943"/>
            <a:ext cx="7092000" cy="369332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C76887-76DA-4887-AD03-087C4B1B6E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Outfit" pitchFamily="2" charset="0"/>
              </a:defRPr>
            </a:lvl1pPr>
          </a:lstStyle>
          <a:p>
            <a:pPr lvl="0"/>
            <a:fld id="{1EA8F998-22C4-4E4D-8F0A-4E45248C6C8A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0AD64-8011-DC4B-AAEC-70A1E6B644F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accent4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accent4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70343789-F2BB-A635-BBBD-1D064120F5F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  <p:pic>
        <p:nvPicPr>
          <p:cNvPr id="4" name="Graphic 2">
            <a:extLst>
              <a:ext uri="{FF2B5EF4-FFF2-40B4-BE49-F238E27FC236}">
                <a16:creationId xmlns:a16="http://schemas.microsoft.com/office/drawing/2014/main" id="{3A9C28C7-F733-D037-612C-25085F1650B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2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384450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with core shape (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78BDF5-AB2E-5F43-BC60-83EC1F0BB6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00" b="14800"/>
          <a:stretch/>
        </p:blipFill>
        <p:spPr>
          <a:xfrm>
            <a:off x="-3951" y="2037522"/>
            <a:ext cx="12192776" cy="482047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7CFEB9-F28B-214D-90E5-E41EA6C126EF}"/>
              </a:ext>
            </a:extLst>
          </p:cNvPr>
          <p:cNvSpPr/>
          <p:nvPr userDrawn="1"/>
        </p:nvSpPr>
        <p:spPr>
          <a:xfrm>
            <a:off x="0" y="1"/>
            <a:ext cx="12188825" cy="6857999"/>
          </a:xfrm>
          <a:prstGeom prst="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4D6B417D-415F-3445-A65B-A6B034B987E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1"/>
            <a:ext cx="12192775" cy="4943027"/>
          </a:xfrm>
          <a:custGeom>
            <a:avLst/>
            <a:gdLst>
              <a:gd name="T0" fmla="*/ 1281 w 1281"/>
              <a:gd name="T1" fmla="*/ 0 h 519"/>
              <a:gd name="T2" fmla="*/ 1281 w 1281"/>
              <a:gd name="T3" fmla="*/ 214 h 519"/>
              <a:gd name="T4" fmla="*/ 544 w 1281"/>
              <a:gd name="T5" fmla="*/ 482 h 519"/>
              <a:gd name="T6" fmla="*/ 544 w 1281"/>
              <a:gd name="T7" fmla="*/ 482 h 519"/>
              <a:gd name="T8" fmla="*/ 340 w 1281"/>
              <a:gd name="T9" fmla="*/ 519 h 519"/>
              <a:gd name="T10" fmla="*/ 0 w 1281"/>
              <a:gd name="T11" fmla="*/ 409 h 519"/>
              <a:gd name="T12" fmla="*/ 0 w 1281"/>
              <a:gd name="T13" fmla="*/ 0 h 519"/>
              <a:gd name="T14" fmla="*/ 1281 w 1281"/>
              <a:gd name="T15" fmla="*/ 0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519">
                <a:moveTo>
                  <a:pt x="1281" y="0"/>
                </a:moveTo>
                <a:cubicBezTo>
                  <a:pt x="1281" y="214"/>
                  <a:pt x="1281" y="214"/>
                  <a:pt x="1281" y="214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481" y="506"/>
                  <a:pt x="412" y="519"/>
                  <a:pt x="340" y="519"/>
                </a:cubicBezTo>
                <a:cubicBezTo>
                  <a:pt x="213" y="519"/>
                  <a:pt x="96" y="478"/>
                  <a:pt x="0" y="409"/>
                </a:cubicBezTo>
                <a:cubicBezTo>
                  <a:pt x="0" y="0"/>
                  <a:pt x="0" y="0"/>
                  <a:pt x="0" y="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sz="1800" b="0" i="0">
              <a:latin typeface="Outfit" pitchFamily="2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CC6CEA8-4389-9D42-B3B2-D9DF469E2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5327512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C76887-76DA-4887-AD03-087C4B1B6E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fld id="{1EA8F998-22C4-4E4D-8F0A-4E45248C6C8A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0AD64-8011-DC4B-AAEC-70A1E6B644F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bg1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bg1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62BECCD-9B58-EC45-AE22-C2E69A3AC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4DED1B67-2D64-A445-9624-ED937282E2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pic>
        <p:nvPicPr>
          <p:cNvPr id="4" name="Graphic 4">
            <a:extLst>
              <a:ext uri="{FF2B5EF4-FFF2-40B4-BE49-F238E27FC236}">
                <a16:creationId xmlns:a16="http://schemas.microsoft.com/office/drawing/2014/main" id="{F0A51288-A300-0CFC-7485-4BEE36A1C71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1"/>
            <a:ext cx="2515683" cy="831536"/>
          </a:xfrm>
          <a:prstGeom prst="rect">
            <a:avLst/>
          </a:prstGeom>
        </p:spPr>
      </p:pic>
      <p:pic>
        <p:nvPicPr>
          <p:cNvPr id="8" name="Graphic 1">
            <a:extLst>
              <a:ext uri="{FF2B5EF4-FFF2-40B4-BE49-F238E27FC236}">
                <a16:creationId xmlns:a16="http://schemas.microsoft.com/office/drawing/2014/main" id="{51BFD44D-4337-BEA1-5CA4-F848F538DFE0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50202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 with core shape (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8AFE81-8911-A744-82E4-018B71A308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01" t="-16775" r="858" b="34023"/>
          <a:stretch/>
        </p:blipFill>
        <p:spPr>
          <a:xfrm>
            <a:off x="-3951" y="0"/>
            <a:ext cx="12196726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7CFEB9-F28B-214D-90E5-E41EA6C126EF}"/>
              </a:ext>
            </a:extLst>
          </p:cNvPr>
          <p:cNvSpPr/>
          <p:nvPr userDrawn="1"/>
        </p:nvSpPr>
        <p:spPr>
          <a:xfrm>
            <a:off x="0" y="0"/>
            <a:ext cx="12188825" cy="6857999"/>
          </a:xfrm>
          <a:prstGeom prst="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4D6B417D-415F-3445-A65B-A6B034B987E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1"/>
            <a:ext cx="12192775" cy="4943027"/>
          </a:xfrm>
          <a:custGeom>
            <a:avLst/>
            <a:gdLst>
              <a:gd name="T0" fmla="*/ 1281 w 1281"/>
              <a:gd name="T1" fmla="*/ 0 h 519"/>
              <a:gd name="T2" fmla="*/ 1281 w 1281"/>
              <a:gd name="T3" fmla="*/ 214 h 519"/>
              <a:gd name="T4" fmla="*/ 544 w 1281"/>
              <a:gd name="T5" fmla="*/ 482 h 519"/>
              <a:gd name="T6" fmla="*/ 544 w 1281"/>
              <a:gd name="T7" fmla="*/ 482 h 519"/>
              <a:gd name="T8" fmla="*/ 340 w 1281"/>
              <a:gd name="T9" fmla="*/ 519 h 519"/>
              <a:gd name="T10" fmla="*/ 0 w 1281"/>
              <a:gd name="T11" fmla="*/ 409 h 519"/>
              <a:gd name="T12" fmla="*/ 0 w 1281"/>
              <a:gd name="T13" fmla="*/ 0 h 519"/>
              <a:gd name="T14" fmla="*/ 1281 w 1281"/>
              <a:gd name="T15" fmla="*/ 0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519">
                <a:moveTo>
                  <a:pt x="1281" y="0"/>
                </a:moveTo>
                <a:cubicBezTo>
                  <a:pt x="1281" y="214"/>
                  <a:pt x="1281" y="214"/>
                  <a:pt x="1281" y="214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481" y="506"/>
                  <a:pt x="412" y="519"/>
                  <a:pt x="340" y="519"/>
                </a:cubicBezTo>
                <a:cubicBezTo>
                  <a:pt x="213" y="519"/>
                  <a:pt x="96" y="478"/>
                  <a:pt x="0" y="409"/>
                </a:cubicBezTo>
                <a:cubicBezTo>
                  <a:pt x="0" y="0"/>
                  <a:pt x="0" y="0"/>
                  <a:pt x="0" y="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sz="1800" b="0" i="0">
              <a:latin typeface="Outfit" pitchFamily="2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CC6CEA8-4389-9D42-B3B2-D9DF469E2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5327512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C76887-76DA-4887-AD03-087C4B1B6E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fld id="{1EA8F998-22C4-4E4D-8F0A-4E45248C6C8A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0AD64-8011-DC4B-AAEC-70A1E6B644F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bg1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bg1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62BECCD-9B58-EC45-AE22-C2E69A3AC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4DED1B67-2D64-A445-9624-ED937282E2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pic>
        <p:nvPicPr>
          <p:cNvPr id="4" name="Graphic 3" descr="Fluxart Logo">
            <a:extLst>
              <a:ext uri="{FF2B5EF4-FFF2-40B4-BE49-F238E27FC236}">
                <a16:creationId xmlns:a16="http://schemas.microsoft.com/office/drawing/2014/main" id="{C1A624A0-975B-05D7-F432-A7A498EA991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88122" y="319532"/>
            <a:ext cx="4042986" cy="831536"/>
          </a:xfrm>
          <a:prstGeom prst="rect">
            <a:avLst/>
          </a:prstGeom>
        </p:spPr>
      </p:pic>
      <p:pic>
        <p:nvPicPr>
          <p:cNvPr id="5" name="Graphic 1">
            <a:extLst>
              <a:ext uri="{FF2B5EF4-FFF2-40B4-BE49-F238E27FC236}">
                <a16:creationId xmlns:a16="http://schemas.microsoft.com/office/drawing/2014/main" id="{8C7C6179-D690-3E4D-787D-BFD55DAB0FD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0208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11B4A7F-3526-2248-8F07-B9E9B87F06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945350"/>
            <a:ext cx="11109600" cy="455509"/>
          </a:xfrm>
        </p:spPr>
        <p:txBody>
          <a:bodyPr>
            <a:spAutoFit/>
          </a:bodyPr>
          <a:lstStyle>
            <a:lvl1pPr>
              <a:defRPr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r>
              <a:rPr lang="en-US"/>
              <a:t>Divider 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FD833-D999-144D-9C62-BC7CDCEFF7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78B8BB3-A856-4AFC-BC2D-C3705FB2217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5" name="Graphic 1">
            <a:extLst>
              <a:ext uri="{FF2B5EF4-FFF2-40B4-BE49-F238E27FC236}">
                <a16:creationId xmlns:a16="http://schemas.microsoft.com/office/drawing/2014/main" id="{A7616A32-036F-3636-BF9E-6B0741E0A1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0870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(reverse)">
    <p:bg>
      <p:bgPr>
        <a:solidFill>
          <a:srgbClr val="0204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945350"/>
            <a:ext cx="11109600" cy="455509"/>
          </a:xfrm>
        </p:spPr>
        <p:txBody>
          <a:bodyPr>
            <a:spAutoFit/>
          </a:bodyPr>
          <a:lstStyle>
            <a:lvl1pPr>
              <a:defRPr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r>
              <a:rPr lang="en-US"/>
              <a:t>Divider 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A706B-E7E7-D84D-835C-AC64AD6473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51BAF-93B8-4447-8D63-6F55909A98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5" name="Graphic 1">
            <a:extLst>
              <a:ext uri="{FF2B5EF4-FFF2-40B4-BE49-F238E27FC236}">
                <a16:creationId xmlns:a16="http://schemas.microsoft.com/office/drawing/2014/main" id="{83A7EB97-F6C1-BA19-DF36-32267965E99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1120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924BBAC-D050-BD44-BE7A-85B5F88FA4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41" t="15437" r="157" b="4086"/>
          <a:stretch/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7A439DD-2ED1-DA45-AB78-E2246AD73719}"/>
              </a:ext>
            </a:extLst>
          </p:cNvPr>
          <p:cNvSpPr/>
          <p:nvPr userDrawn="1"/>
        </p:nvSpPr>
        <p:spPr>
          <a:xfrm>
            <a:off x="0" y="0"/>
            <a:ext cx="12188825" cy="6857999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945350"/>
            <a:ext cx="11109600" cy="455509"/>
          </a:xfrm>
        </p:spPr>
        <p:txBody>
          <a:bodyPr>
            <a:spAutoFit/>
          </a:bodyPr>
          <a:lstStyle>
            <a:lvl1pPr>
              <a:defRPr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r>
              <a:rPr lang="en-US"/>
              <a:t>Divider 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A706B-E7E7-D84D-835C-AC64AD6473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51BAF-93B8-4447-8D63-6F55909A98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7" name="Graphic 1">
            <a:extLst>
              <a:ext uri="{FF2B5EF4-FFF2-40B4-BE49-F238E27FC236}">
                <a16:creationId xmlns:a16="http://schemas.microsoft.com/office/drawing/2014/main" id="{FAB4222B-34DE-DB01-D548-E0A32931FDF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199891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9AE6F84-2C59-B242-985D-F6860D451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999" y="1558798"/>
            <a:ext cx="11105901" cy="427050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04C7E-451E-E246-B880-1F1ABC33B9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15A590-C7FE-DC40-8E18-E9E18603A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630000"/>
            <a:ext cx="11105901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F43B4C-CBBB-4550-A7C4-0DE50AAAB9D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F810C74C-F734-E586-FD86-C096761B54A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7445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only (reverse)">
    <p:bg>
      <p:bgPr>
        <a:solidFill>
          <a:srgbClr val="0204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A635C37-5D45-1940-AAC4-D8E9BC4D38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1558799"/>
            <a:ext cx="11109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A4267F0-787B-2B4F-A66D-8CAE190465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tx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8A104E-8DE2-434B-815C-C92F60888B4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B57B268-6A2D-4680-AAA7-53AFA2FBB0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2394B615-FB12-7A57-6462-03835A0E4F4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19561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D845571-4C56-4818-9F28-D6178A2D18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22698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D845571-4C56-4818-9F28-D6178A2D18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5AE224-D143-9B4C-984F-2DAFBF5A8A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59AE20-7C1B-3245-8D20-30A95A1D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A7714C-C9D3-EA4F-AAAE-A0B2CFDFA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9749" y="1513540"/>
            <a:ext cx="11109599" cy="43359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 i="0">
                <a:solidFill>
                  <a:schemeClr val="tx2"/>
                </a:solidFill>
                <a:latin typeface="Outfit Semi Bold" pitchFamily="2" charset="0"/>
              </a:defRPr>
            </a:lvl1pPr>
            <a:lvl2pPr marL="172800" indent="-172800">
              <a:buNone/>
              <a:defRPr b="0" i="0">
                <a:latin typeface="Outfit" pitchFamily="2" charset="0"/>
              </a:defRPr>
            </a:lvl2pPr>
            <a:lvl3pPr marL="172800">
              <a:defRPr b="0" i="0">
                <a:latin typeface="Outfit" pitchFamily="2" charset="0"/>
              </a:defRPr>
            </a:lvl3pPr>
            <a:lvl4pPr marL="345600">
              <a:defRPr b="0" i="0">
                <a:latin typeface="Outfit" pitchFamily="2" charset="0"/>
              </a:defRPr>
            </a:lvl4pPr>
            <a:lvl5pPr marL="518400">
              <a:defRPr b="0" i="0">
                <a:latin typeface="Outfit" pitchFamily="2" charset="0"/>
              </a:defRPr>
            </a:lvl5pPr>
            <a:lvl6pPr marL="691200">
              <a:defRPr/>
            </a:lvl6pPr>
            <a:lvl7pPr marL="864000">
              <a:defRPr/>
            </a:lvl7pPr>
            <a:lvl8pPr marL="1036800">
              <a:defRPr/>
            </a:lvl8pPr>
            <a:lvl9pPr marL="1209600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8FAF2F8-E403-D645-B5E7-F3DC78AB7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 b="1" i="0"/>
            </a:lvl1pPr>
          </a:lstStyle>
          <a:p>
            <a:r>
              <a:rPr lang="en-US"/>
              <a:t>Slide title</a:t>
            </a:r>
          </a:p>
        </p:txBody>
      </p:sp>
      <p:pic>
        <p:nvPicPr>
          <p:cNvPr id="8" name="Graphic 1">
            <a:extLst>
              <a:ext uri="{FF2B5EF4-FFF2-40B4-BE49-F238E27FC236}">
                <a16:creationId xmlns:a16="http://schemas.microsoft.com/office/drawing/2014/main" id="{F12F49AD-FB7C-761E-89B8-9D2749BD0D5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16176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only with subhead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5AE224-D143-9B4C-984F-2DAFBF5A8A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59AE20-7C1B-3245-8D20-30A95A1D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7364" y="6307456"/>
            <a:ext cx="8321040" cy="153888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A7714C-C9D3-EA4F-AAAE-A0B2CFDFA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9749" y="1513540"/>
            <a:ext cx="11109599" cy="43359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 i="0">
                <a:solidFill>
                  <a:schemeClr val="bg1"/>
                </a:solidFill>
                <a:latin typeface="Outfit Semi Bold" pitchFamily="2" charset="0"/>
              </a:defRPr>
            </a:lvl1pPr>
            <a:lvl2pPr marL="172800" indent="-172800">
              <a:buNone/>
              <a:defRPr b="0" i="0">
                <a:solidFill>
                  <a:schemeClr val="bg1"/>
                </a:solidFill>
                <a:latin typeface="Outfit" pitchFamily="2" charset="0"/>
              </a:defRPr>
            </a:lvl2pPr>
            <a:lvl3pPr marL="172800">
              <a:defRPr b="0" i="0">
                <a:solidFill>
                  <a:schemeClr val="bg1"/>
                </a:solidFill>
                <a:latin typeface="Outfit" pitchFamily="2" charset="0"/>
              </a:defRPr>
            </a:lvl3pPr>
            <a:lvl4pPr marL="345600">
              <a:defRPr b="0" i="0">
                <a:solidFill>
                  <a:schemeClr val="bg1"/>
                </a:solidFill>
                <a:latin typeface="Outfit" pitchFamily="2" charset="0"/>
              </a:defRPr>
            </a:lvl4pPr>
            <a:lvl5pPr marL="518400">
              <a:defRPr b="0" i="0">
                <a:solidFill>
                  <a:schemeClr val="bg1"/>
                </a:solidFill>
                <a:latin typeface="Outfit" pitchFamily="2" charset="0"/>
              </a:defRPr>
            </a:lvl5pPr>
            <a:lvl6pPr marL="691200">
              <a:defRPr>
                <a:solidFill>
                  <a:schemeClr val="bg1"/>
                </a:solidFill>
              </a:defRPr>
            </a:lvl6pPr>
            <a:lvl7pPr marL="864000">
              <a:defRPr>
                <a:solidFill>
                  <a:schemeClr val="bg1"/>
                </a:solidFill>
              </a:defRPr>
            </a:lvl7pPr>
            <a:lvl8pPr marL="1036800">
              <a:defRPr>
                <a:solidFill>
                  <a:schemeClr val="bg1"/>
                </a:solidFill>
              </a:defRPr>
            </a:lvl8pPr>
            <a:lvl9pPr marL="1209600"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8FAF2F8-E403-D645-B5E7-F3DC78AB7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pic>
        <p:nvPicPr>
          <p:cNvPr id="8" name="Graphic 1">
            <a:extLst>
              <a:ext uri="{FF2B5EF4-FFF2-40B4-BE49-F238E27FC236}">
                <a16:creationId xmlns:a16="http://schemas.microsoft.com/office/drawing/2014/main" id="{281B9C0E-74F2-64A4-ED09-B27EFCAD08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78531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E36E-202A-814F-AE8F-5976C6617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76F90A-A154-48F1-BE7C-789C72963E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5" name="Graphic 1">
            <a:extLst>
              <a:ext uri="{FF2B5EF4-FFF2-40B4-BE49-F238E27FC236}">
                <a16:creationId xmlns:a16="http://schemas.microsoft.com/office/drawing/2014/main" id="{E76FC40A-24F0-7E7F-2D43-5494301E3B7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728241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91B37-C929-8D42-98C4-A32E7A9CD9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527F0-F38F-4798-9307-F3321E210A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5" name="Graphic 1">
            <a:extLst>
              <a:ext uri="{FF2B5EF4-FFF2-40B4-BE49-F238E27FC236}">
                <a16:creationId xmlns:a16="http://schemas.microsoft.com/office/drawing/2014/main" id="{BDA574D3-B7BC-E7A6-139C-E38C9E15365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3242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E36E-202A-814F-AE8F-5976C6617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F1305-6865-42BB-91D1-B37572DD39B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1">
            <a:extLst>
              <a:ext uri="{FF2B5EF4-FFF2-40B4-BE49-F238E27FC236}">
                <a16:creationId xmlns:a16="http://schemas.microsoft.com/office/drawing/2014/main" id="{7F5CFEA2-AEF3-D2CF-ADF8-E871F12178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270290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91B37-C929-8D42-98C4-A32E7A9CD9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A2995F-EF6F-4BD4-A7EB-2B5A4EDC939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A5529602-73E2-9E9F-B790-3C60DA5478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18742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AA82512-73EC-4AFA-82D7-8C9653567042}"/>
              </a:ext>
            </a:extLst>
          </p:cNvPr>
          <p:cNvSpPr/>
          <p:nvPr userDrawn="1"/>
        </p:nvSpPr>
        <p:spPr>
          <a:xfrm>
            <a:off x="6094412" y="0"/>
            <a:ext cx="60944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01D0E77-B7DA-4880-B448-4077D1B3EFB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9644" y="630238"/>
            <a:ext cx="5267394" cy="52625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9AE6F84-2C59-B242-985D-F6860D451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1558799"/>
            <a:ext cx="5105426" cy="342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04C7E-451E-E246-B880-1F1ABC33B9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15A590-C7FE-DC40-8E18-E9E18603A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5105426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98CBDDA-52F5-4D0F-8229-F1F6BE5E2B6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897364" y="6299143"/>
            <a:ext cx="4754880" cy="153888"/>
          </a:xfr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51CCE32D-43CD-0049-3EB2-4F30391F967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6873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rter Page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2541CA-AF4E-4FA0-A115-C3032F32FF81}"/>
              </a:ext>
            </a:extLst>
          </p:cNvPr>
          <p:cNvSpPr/>
          <p:nvPr userDrawn="1"/>
        </p:nvSpPr>
        <p:spPr>
          <a:xfrm>
            <a:off x="8766313" y="0"/>
            <a:ext cx="34225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9AE6F84-2C59-B242-985D-F6860D451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999" y="1558799"/>
            <a:ext cx="7657327" cy="342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04C7E-451E-E246-B880-1F1ABC33B9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15A590-C7FE-DC40-8E18-E9E18603A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630000"/>
            <a:ext cx="7657327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581EE2-56E9-4FD0-BB3B-A65169609D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83756" y="630238"/>
            <a:ext cx="2673281" cy="52625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1C44553-403F-43ED-A6E3-D7607D95CEA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897364" y="6299143"/>
            <a:ext cx="7315200" cy="153888"/>
          </a:xfr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7" name="Graphic 1">
            <a:extLst>
              <a:ext uri="{FF2B5EF4-FFF2-40B4-BE49-F238E27FC236}">
                <a16:creationId xmlns:a16="http://schemas.microsoft.com/office/drawing/2014/main" id="{710B71C1-521F-4EAB-9632-C79D40F0340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37470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585C9E-0354-444D-BE1E-35E1EAD891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1558799"/>
            <a:ext cx="50400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A77B8D-154F-6F45-8695-64F1BE59436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9BD5818-2878-DC43-BF9E-AA22CD6FD6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98DEDF5A-6EE3-4C39-92AA-2F9651F3EFB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480175" y="1558925"/>
            <a:ext cx="5168900" cy="378777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1025F6-A554-474F-95C2-3650AF0E294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DA59C749-5496-72A7-E190-0FDC33DD0BF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98261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1B8995-3561-A843-9E9E-65821497086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53F32CE-6555-4F4D-B8D4-4C4CF2AE4F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1DFADED3-0A50-469E-9028-A2DA6D2DB19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39612" y="1558925"/>
            <a:ext cx="5168900" cy="378777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AE66F91-B1DF-4FFE-8F56-F0F715531AA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609212" y="1558925"/>
            <a:ext cx="5168900" cy="378777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6FA0732-5D25-4C0E-96A3-253C57556DA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100D6BE7-16DB-D6F0-3881-534202334C6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33382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90AB158C-B717-F146-8473-4FA9177902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00" y="1558799"/>
            <a:ext cx="5040000" cy="4140000"/>
          </a:xfrm>
          <a:prstGeom prst="rect">
            <a:avLst/>
          </a:prstGeom>
        </p:spPr>
        <p:txBody>
          <a:bodyPr/>
          <a:lstStyle>
            <a:lvl1pPr marL="172800" indent="-172800">
              <a:buFont typeface="Arial" panose="020B0604020202020204" pitchFamily="34" charset="0"/>
              <a:buChar char="•"/>
              <a:defRPr sz="1400"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ED999B74-4775-954D-AE91-802FA2FAD2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09212" y="1558799"/>
            <a:ext cx="50400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B6F21-EF9B-BE45-AAFE-E1AD49A1E7B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5D33DE1-3571-5345-BB13-D07092BC1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3B4676F-1436-4F64-A4BF-F8E5536EEE8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BFBE99E9-9730-F7E7-F02A-8F0BF4EADD0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18633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AA10A2D-2893-2C48-9C44-64E01F59B5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1558799"/>
            <a:ext cx="33228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68A0E4-2E0D-294F-B1D9-DBD3BF4FF1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33206" y="1558799"/>
            <a:ext cx="33228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1FCAC9ED-712C-E64A-A315-8F7975B93BD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26412" y="1558799"/>
            <a:ext cx="33228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87ABA-3685-1B40-B8C1-6D1A423690B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C1A3E40-7C3E-6A49-A21B-3F41A7A9FC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CC9F8AF-7FE6-47E2-B5D9-C02A3C54957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43146CC2-C18E-8784-C3CA-96B95DBDDC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03577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BA5AE212-B438-7247-B851-4B50F1ADF9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7871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8702DE56-D42A-E643-A1D3-2F8FC90CE9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1574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511FF0B5-4C23-4B4F-8089-816FFC5F4D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5361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CBF34-7884-9144-B76A-249853A107D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0B923AF-A6E4-6146-938C-9385E0A47A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1D2E66B-4AAB-424D-AD5B-425E5EA9AA3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B7F12E13-73F3-2948-AA2B-D748A576FB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8654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8ED6C4FE-BC7C-FEBA-D1BB-203AC7DA53C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40514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B3872-610F-2C43-A210-3FDC8EF7DE74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0383502-25BE-654A-BA01-D0958CD259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111096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E2E16837-DE39-D149-86E3-3191148DC7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4078800"/>
            <a:ext cx="50400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66489298-2967-5B4B-A6A7-063622B511F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39612" y="2098800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3D85FDFB-BAA2-C542-AE9C-F5D528382F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612" y="1559708"/>
            <a:ext cx="50400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FFB49330-CF45-214A-ACF0-62E13EA2BCC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09600" y="4078800"/>
            <a:ext cx="50400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4EE35739-93BB-684C-83F4-60BC6A00DD4F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609600" y="2098800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3886E6EC-EB59-0348-ABF9-E79B4F47933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609600" y="1559708"/>
            <a:ext cx="50400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D1DE2A0-27BD-46BF-B880-39C92913DA79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D10775F7-A8BD-BA42-0005-937E872366A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64895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03ACF-2F4C-F843-BD56-23062E6A1EA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7C64916-CC9F-CB48-AD5C-57D5BC14D1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111096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ACCA8051-05E2-4841-B620-C25D88B71B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4078800"/>
            <a:ext cx="33228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00910E6B-FD72-804D-A9D2-72F936F8EA04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39612" y="2098800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3B316823-E02D-334E-ADBC-8E1B2D01BC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612" y="1559708"/>
            <a:ext cx="33228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2485DE50-CA50-194E-96B0-04CBD8B92A4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433400" y="4078800"/>
            <a:ext cx="33228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97292E1A-EC45-C44F-9DF9-E58F6C63DB3E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4433400" y="2098800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BCE2AE9D-754A-9E44-912D-F270F73EBAF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433400" y="1559708"/>
            <a:ext cx="33228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4B9BD494-A61D-934D-95C5-22C8495F19F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326800" y="4078800"/>
            <a:ext cx="33228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E662092C-B69C-D24F-BA28-E286481213BC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8326800" y="2098800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93880F7-08AD-DE4C-A1CF-DA9FCAD05CD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326800" y="1559708"/>
            <a:ext cx="33228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8D72FA1-A2EB-4DE1-A8BC-06D72F176568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508C2D52-8499-5CCC-7A92-F07021005DA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9585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8B7FFF9E-6CB1-6A44-A57A-41A01129B1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CAF5B82F-C4B1-2042-8307-32852E71BC5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77871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3BB99382-C4A4-8F4C-A7B1-37416B7748D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15742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D98AE347-29B0-634C-A11B-707DEA866B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53612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6AE02-8109-F541-B5B5-9AFA5637FEC1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5F833E4-F299-DC4B-B8FF-F6B08D7D91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111096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7CD5BC8-841B-AF4E-AA3B-3251F6286F75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39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AF3285C2-D53D-6944-9FE6-AC145C61AC46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377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22633D8B-8D76-F646-98F0-10F1CA0B6FC7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215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1ECBA903-36E1-8D40-828B-9E44A623C09F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9053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1A976FFB-F50E-784B-A5E5-A3EC3114A3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612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86A31B76-ACDE-FD42-8C92-DA1189E3629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377741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D3321DEC-DA6B-584D-8172-80D22DEFA37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215870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235751F1-708F-6A41-8879-5FC5B0DD0EA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054000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3F62A59-7F23-48A9-A24D-A1ABFE34D3DB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FE2C7D30-1E62-D2C5-F789-6CAFE958A1D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32112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 with cor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2B8AD0-69FC-EF49-9261-46FC888EF7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62933"/>
            <a:ext cx="12188825" cy="500249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FE6CD86-C57A-6D4D-8868-B67F0A270A3F}"/>
              </a:ext>
            </a:extLst>
          </p:cNvPr>
          <p:cNvSpPr/>
          <p:nvPr userDrawn="1"/>
        </p:nvSpPr>
        <p:spPr>
          <a:xfrm>
            <a:off x="539612" y="1559708"/>
            <a:ext cx="50400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710D28-A266-E249-8501-607AD7E37BD4}"/>
              </a:ext>
            </a:extLst>
          </p:cNvPr>
          <p:cNvSpPr/>
          <p:nvPr userDrawn="1"/>
        </p:nvSpPr>
        <p:spPr>
          <a:xfrm>
            <a:off x="6609212" y="1559708"/>
            <a:ext cx="50400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1E675AA1-11F2-6E46-BE9B-7F62136C8C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99612" y="1919708"/>
            <a:ext cx="43200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F8E294CD-00A3-3B45-9B94-98E59514EE3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69212" y="1919708"/>
            <a:ext cx="43200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 marL="864000" indent="-172800">
              <a:buFont typeface="Arial" panose="020B0604020202020204" pitchFamily="34" charset="0"/>
              <a:buChar char="•"/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2891AE-CEE5-354E-8B85-564881200EB5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E9DF625-D8A7-9D48-98B1-D17318C22D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68F6F35D-803B-A74B-A083-051A2A962B69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39612" y="4079708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3FA207DE-62CD-B949-BD91-26F4572CA97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609212" y="4079708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2E2313D-F2CE-40CB-B3F2-316C78D1FBF9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5AA0F33E-42A6-1E39-6BA7-038F1871DE5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44113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 with cor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C1245DC-9747-4149-A162-F29CA118ED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62933"/>
            <a:ext cx="12188825" cy="500249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FA48273-8E78-AC45-AB3F-B644EA8877CF}"/>
              </a:ext>
            </a:extLst>
          </p:cNvPr>
          <p:cNvSpPr/>
          <p:nvPr userDrawn="1"/>
        </p:nvSpPr>
        <p:spPr>
          <a:xfrm>
            <a:off x="539612" y="1559708"/>
            <a:ext cx="33228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DBB44F6E-428B-7C4B-85DD-0912AED6D3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9612" y="1919708"/>
            <a:ext cx="26028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C40747A-4D6F-144F-9DBB-2F01EC6C912A}"/>
              </a:ext>
            </a:extLst>
          </p:cNvPr>
          <p:cNvSpPr/>
          <p:nvPr userDrawn="1"/>
        </p:nvSpPr>
        <p:spPr>
          <a:xfrm>
            <a:off x="4433012" y="1559708"/>
            <a:ext cx="33228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43304268-B9C4-E841-9E77-1CC78A70F94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93012" y="1919708"/>
            <a:ext cx="26028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4429A07-502D-3948-9527-D4DF556A7E04}"/>
              </a:ext>
            </a:extLst>
          </p:cNvPr>
          <p:cNvSpPr/>
          <p:nvPr userDrawn="1"/>
        </p:nvSpPr>
        <p:spPr>
          <a:xfrm>
            <a:off x="8326412" y="1559708"/>
            <a:ext cx="33228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3A89C90E-125C-A44B-AA42-90411DE5650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686412" y="1919708"/>
            <a:ext cx="26028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F275D-2589-904B-BE36-F01CDBD11855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EC357CB-636E-5B47-9191-FFB6E2696B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13303FB7-9567-9647-82B4-0C8802B91CA7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39612" y="4079708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B11381AE-B2E7-0E4E-9072-E06F2D0B3C8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4433012" y="4079708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4BD9830B-53D8-1546-A0D1-35B0865538D0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8326412" y="4079708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ED00C6D-56F2-4000-8CEE-308C982F89CD}"/>
              </a:ext>
            </a:extLst>
          </p:cNvPr>
          <p:cNvSpPr>
            <a:spLocks noGrp="1"/>
          </p:cNvSpPr>
          <p:nvPr>
            <p:ph type="ftr" sz="quarter" idx="4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1796C3AC-201A-F436-2175-40B6B68D442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32084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text with cor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CC598C8F-C25D-C641-BD03-5DEDE98975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62933"/>
            <a:ext cx="12188825" cy="5002497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08E38B3-4D2A-324C-9ACD-F98EC811E0BF}"/>
              </a:ext>
            </a:extLst>
          </p:cNvPr>
          <p:cNvSpPr/>
          <p:nvPr userDrawn="1"/>
        </p:nvSpPr>
        <p:spPr>
          <a:xfrm>
            <a:off x="539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F1BDE0BE-5C37-F340-A4E7-B60B58069C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99612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BAD370-0604-CE4C-96B7-49708BA90F9E}"/>
              </a:ext>
            </a:extLst>
          </p:cNvPr>
          <p:cNvSpPr/>
          <p:nvPr userDrawn="1"/>
        </p:nvSpPr>
        <p:spPr>
          <a:xfrm>
            <a:off x="3377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A42945D-3A83-A441-A0C8-32A8BB048ABA}"/>
              </a:ext>
            </a:extLst>
          </p:cNvPr>
          <p:cNvSpPr/>
          <p:nvPr userDrawn="1"/>
        </p:nvSpPr>
        <p:spPr>
          <a:xfrm>
            <a:off x="6215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58C1BDF-EF25-CA42-9F2D-7019E1CB2A4F}"/>
              </a:ext>
            </a:extLst>
          </p:cNvPr>
          <p:cNvSpPr/>
          <p:nvPr userDrawn="1"/>
        </p:nvSpPr>
        <p:spPr>
          <a:xfrm>
            <a:off x="9053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7FB02-43BA-1245-86BD-D01B72AFD9E3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F43E1D9-2D79-DD48-A617-D84BD2086A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9CA13CB-8C00-CD4B-9D40-FC08F3139DF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39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C79B3082-2575-CD4D-82FD-060E52F346B3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3377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A6EA296C-0208-1642-BD53-F255A6B23F27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215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F29F929B-85D7-214E-B664-982C585CBF41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9053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ADA790-34AA-4AD5-AE1A-C56B11D383B5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292802BC-5586-DC4F-8C9A-66962199AAB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735577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021D97E4-4F7C-D14C-8A1B-26495913D8A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84794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18B00457-CC8C-BD40-A4A0-46EEE361A9D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420759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388BE39F-8D45-7554-B347-E0B60BB2F45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08865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d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81CF5-1AFE-234F-84AB-744A22E7AB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705C9339-FC05-ED49-BF74-66C53345D1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00" y="1558799"/>
            <a:ext cx="57600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1AB26CE-9663-6D4C-9A82-80F5A0ACC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57600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053A78D-F952-1740-9FCA-32639CDC2A83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839225" y="0"/>
            <a:ext cx="5349600" cy="594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EE2D877-8629-48C6-84BC-023F66D0F009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3" name="Graphic 1">
            <a:extLst>
              <a:ext uri="{FF2B5EF4-FFF2-40B4-BE49-F238E27FC236}">
                <a16:creationId xmlns:a16="http://schemas.microsoft.com/office/drawing/2014/main" id="{A28A4051-FC7E-C6F4-4C26-2DD618DCC45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96780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-column featured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BF407E25-2EE8-9B4B-A48F-7812170B54D9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0" y="0"/>
            <a:ext cx="5349600" cy="594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B49DE1C-F950-5B42-8EC5-830A24C277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8921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A0C36BAE-7D3E-9341-A555-48106F4183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5361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D12A7-8895-0F48-BB2F-D9FF3668E583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AC7CD1A-DFD6-EB4F-BC37-497E4ABCD5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212" y="630000"/>
            <a:ext cx="5760388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45D256-961D-4EAB-A6A7-1B64C8E8B414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3F64BF74-39CE-FAB2-FBF3-E453B8AE125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22676" y="6165365"/>
            <a:ext cx="1326399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0828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/>
          </p:cNvSpPr>
          <p:nvPr userDrawn="1"/>
        </p:nvSpPr>
        <p:spPr bwMode="auto">
          <a:xfrm>
            <a:off x="0" y="0"/>
            <a:ext cx="12192000" cy="6856412"/>
          </a:xfrm>
          <a:custGeom>
            <a:avLst/>
            <a:gdLst>
              <a:gd name="T0" fmla="*/ 856 w 1281"/>
              <a:gd name="T1" fmla="*/ 16 h 720"/>
              <a:gd name="T2" fmla="*/ 856 w 1281"/>
              <a:gd name="T3" fmla="*/ 0 h 720"/>
              <a:gd name="T4" fmla="*/ 1281 w 1281"/>
              <a:gd name="T5" fmla="*/ 0 h 720"/>
              <a:gd name="T6" fmla="*/ 1281 w 1281"/>
              <a:gd name="T7" fmla="*/ 720 h 720"/>
              <a:gd name="T8" fmla="*/ 1 w 1281"/>
              <a:gd name="T9" fmla="*/ 720 h 720"/>
              <a:gd name="T10" fmla="*/ 0 w 1281"/>
              <a:gd name="T11" fmla="*/ 517 h 720"/>
              <a:gd name="T12" fmla="*/ 681 w 1281"/>
              <a:gd name="T13" fmla="*/ 269 h 720"/>
              <a:gd name="T14" fmla="*/ 856 w 1281"/>
              <a:gd name="T15" fmla="*/ 16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720">
                <a:moveTo>
                  <a:pt x="856" y="16"/>
                </a:moveTo>
                <a:cubicBezTo>
                  <a:pt x="856" y="0"/>
                  <a:pt x="856" y="0"/>
                  <a:pt x="856" y="0"/>
                </a:cubicBezTo>
                <a:cubicBezTo>
                  <a:pt x="1281" y="0"/>
                  <a:pt x="1281" y="0"/>
                  <a:pt x="1281" y="0"/>
                </a:cubicBezTo>
                <a:cubicBezTo>
                  <a:pt x="1281" y="720"/>
                  <a:pt x="1281" y="720"/>
                  <a:pt x="1281" y="720"/>
                </a:cubicBezTo>
                <a:cubicBezTo>
                  <a:pt x="1" y="720"/>
                  <a:pt x="1" y="720"/>
                  <a:pt x="1" y="720"/>
                </a:cubicBezTo>
                <a:cubicBezTo>
                  <a:pt x="0" y="517"/>
                  <a:pt x="0" y="517"/>
                  <a:pt x="0" y="517"/>
                </a:cubicBezTo>
                <a:cubicBezTo>
                  <a:pt x="681" y="269"/>
                  <a:pt x="681" y="269"/>
                  <a:pt x="681" y="269"/>
                </a:cubicBezTo>
                <a:cubicBezTo>
                  <a:pt x="784" y="230"/>
                  <a:pt x="856" y="132"/>
                  <a:pt x="856" y="1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b="0" i="0">
              <a:latin typeface="Outfit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D12A7-8895-0F48-BB2F-D9FF3668E583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AC7CD1A-DFD6-EB4F-BC37-497E4ABCD5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20918" y="3204521"/>
            <a:ext cx="5428293" cy="455509"/>
          </a:xfrm>
        </p:spPr>
        <p:txBody>
          <a:bodyPr/>
          <a:lstStyle>
            <a:lvl1pPr>
              <a:defRPr b="1" i="0"/>
            </a:lvl1pPr>
          </a:lstStyle>
          <a:p>
            <a:r>
              <a:rPr lang="en-US"/>
              <a:t>“Quote copy”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ED78CFF-11B0-A249-B69A-83016A099C1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20918" y="5243290"/>
            <a:ext cx="2595600" cy="4555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Outfit" pitchFamily="2" charset="0"/>
              </a:defRPr>
            </a:lvl1pPr>
            <a:lvl2pPr marL="172800" indent="0" algn="l">
              <a:buNone/>
              <a:defRPr/>
            </a:lvl2pPr>
            <a:lvl3pPr>
              <a:defRPr/>
            </a:lvl3pPr>
          </a:lstStyle>
          <a:p>
            <a:pPr lvl="0"/>
            <a:r>
              <a:rPr lang="en-US"/>
              <a:t>—Author</a:t>
            </a:r>
          </a:p>
        </p:txBody>
      </p:sp>
      <p:sp>
        <p:nvSpPr>
          <p:cNvPr id="8" name="AutoShape 3"/>
          <p:cNvSpPr>
            <a:spLocks noChangeAspect="1" noChangeArrowheads="1" noTextEdit="1"/>
          </p:cNvSpPr>
          <p:nvPr userDrawn="1"/>
        </p:nvSpPr>
        <p:spPr bwMode="auto">
          <a:xfrm>
            <a:off x="0" y="1588"/>
            <a:ext cx="12192000" cy="685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b="0" i="0">
              <a:latin typeface="Outfit" pitchFamily="2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FC91AC6-DD39-4C81-9B82-89D2198217C8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F08AE61-26B7-C403-3510-D5C6EE30932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430064" y="319532"/>
            <a:ext cx="4168775" cy="1377950"/>
          </a:xfrm>
          <a:prstGeom prst="rect">
            <a:avLst/>
          </a:prstGeom>
        </p:spPr>
      </p:pic>
      <p:pic>
        <p:nvPicPr>
          <p:cNvPr id="6" name="Graphic 3">
            <a:extLst>
              <a:ext uri="{FF2B5EF4-FFF2-40B4-BE49-F238E27FC236}">
                <a16:creationId xmlns:a16="http://schemas.microsoft.com/office/drawing/2014/main" id="{8F826E75-F161-13EA-D19B-692E3518408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1839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6E1C2E84-12F9-A3E5-4FC6-BD317C7A98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4373" y="2739343"/>
            <a:ext cx="4168775" cy="137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170794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white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28AEC-0935-8D4E-8AC1-7528026E201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A631667-E28D-7640-95F5-66AB9F64F4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B91D220-690F-F743-8BF8-C2B6B49DCD9B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4597180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F6C91D94-1DB9-47B3-A78D-E0C59FC8935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Outfit" pitchFamily="2" charset="0"/>
              </a:defRPr>
            </a:lvl1pPr>
          </a:lstStyle>
          <a:p>
            <a:pPr lvl="0"/>
            <a:fld id="{F4D7BF67-1FB1-4572-9FA4-449E1F9DFAF5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772B442-6DB9-584E-A3A8-64406D5669B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accent4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accent4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pic>
        <p:nvPicPr>
          <p:cNvPr id="5" name="Graphic 3">
            <a:extLst>
              <a:ext uri="{FF2B5EF4-FFF2-40B4-BE49-F238E27FC236}">
                <a16:creationId xmlns:a16="http://schemas.microsoft.com/office/drawing/2014/main" id="{9FA52E73-4E05-E8B9-5743-5ECD1621E6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3831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 1">
            <a:extLst>
              <a:ext uri="{FF2B5EF4-FFF2-40B4-BE49-F238E27FC236}">
                <a16:creationId xmlns:a16="http://schemas.microsoft.com/office/drawing/2014/main" id="{4B223104-85DE-FA48-8758-9751AD8D673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bg1"/>
                </a:solidFill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5D16D76C-A25F-3546-982F-DDEB980AB9E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6DE51537-39B4-8542-9743-5A2DD1ECF44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4597180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996A6ABC-034D-4932-A8F3-E632BE2712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fld id="{EA41576A-A317-4C82-ABED-EE6260F94C3F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44D6220-FFB6-48BC-8EC2-C9F7D79F5EB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bg1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bg1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463E17F2-F37F-8F55-D21B-8FEE05ECBCB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00291" y="6165365"/>
            <a:ext cx="2148784" cy="438429"/>
          </a:xfrm>
          <a:prstGeom prst="rect">
            <a:avLst/>
          </a:prstGeom>
        </p:spPr>
      </p:pic>
      <p:pic>
        <p:nvPicPr>
          <p:cNvPr id="4" name="Graphic 2">
            <a:extLst>
              <a:ext uri="{FF2B5EF4-FFF2-40B4-BE49-F238E27FC236}">
                <a16:creationId xmlns:a16="http://schemas.microsoft.com/office/drawing/2014/main" id="{E2BB31E3-B475-0D0C-2DB0-4B4F415DDB1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2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844520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core shap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5"/>
          <p:cNvSpPr>
            <a:spLocks noChangeAspect="1"/>
          </p:cNvSpPr>
          <p:nvPr userDrawn="1"/>
        </p:nvSpPr>
        <p:spPr bwMode="auto">
          <a:xfrm>
            <a:off x="0" y="0"/>
            <a:ext cx="12189600" cy="4943027"/>
          </a:xfrm>
          <a:custGeom>
            <a:avLst/>
            <a:gdLst>
              <a:gd name="T0" fmla="*/ 1281 w 1281"/>
              <a:gd name="T1" fmla="*/ 0 h 519"/>
              <a:gd name="T2" fmla="*/ 1281 w 1281"/>
              <a:gd name="T3" fmla="*/ 214 h 519"/>
              <a:gd name="T4" fmla="*/ 544 w 1281"/>
              <a:gd name="T5" fmla="*/ 482 h 519"/>
              <a:gd name="T6" fmla="*/ 544 w 1281"/>
              <a:gd name="T7" fmla="*/ 482 h 519"/>
              <a:gd name="T8" fmla="*/ 340 w 1281"/>
              <a:gd name="T9" fmla="*/ 519 h 519"/>
              <a:gd name="T10" fmla="*/ 0 w 1281"/>
              <a:gd name="T11" fmla="*/ 409 h 519"/>
              <a:gd name="T12" fmla="*/ 0 w 1281"/>
              <a:gd name="T13" fmla="*/ 0 h 519"/>
              <a:gd name="T14" fmla="*/ 1281 w 1281"/>
              <a:gd name="T15" fmla="*/ 0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519">
                <a:moveTo>
                  <a:pt x="1281" y="0"/>
                </a:moveTo>
                <a:cubicBezTo>
                  <a:pt x="1281" y="214"/>
                  <a:pt x="1281" y="214"/>
                  <a:pt x="1281" y="214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481" y="506"/>
                  <a:pt x="412" y="519"/>
                  <a:pt x="340" y="519"/>
                </a:cubicBezTo>
                <a:cubicBezTo>
                  <a:pt x="213" y="519"/>
                  <a:pt x="96" y="478"/>
                  <a:pt x="0" y="409"/>
                </a:cubicBezTo>
                <a:cubicBezTo>
                  <a:pt x="0" y="0"/>
                  <a:pt x="0" y="0"/>
                  <a:pt x="0" y="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b="0" i="0">
              <a:latin typeface="Outfit" pitchFamily="2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CC6CEA8-4389-9D42-B3B2-D9DF469E2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5327512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accent2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723D7A19-BD07-0348-9438-F9EA4726B18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107562"/>
            <a:ext cx="7092000" cy="640560"/>
          </a:xfrm>
        </p:spPr>
        <p:txBody>
          <a:bodyPr wrap="square" anchor="b">
            <a:no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bg1"/>
                </a:solidFill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71801255-696D-BE4E-92C5-A301266C573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2849943"/>
            <a:ext cx="7092000" cy="369332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sz="2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C76887-76DA-4887-AD03-087C4B1B6E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latin typeface="Outfit" pitchFamily="2" charset="0"/>
              </a:defRPr>
            </a:lvl1pPr>
          </a:lstStyle>
          <a:p>
            <a:pPr lvl="0"/>
            <a:fld id="{1EA8F998-22C4-4E4D-8F0A-4E45248C6C8A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0AD64-8011-DC4B-AAEC-70A1E6B644F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accent4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accent4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accent4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accent4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4DF8A688-1CAE-F1E2-A3F0-28C60754943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  <p:pic>
        <p:nvPicPr>
          <p:cNvPr id="6" name="Graphic 2">
            <a:extLst>
              <a:ext uri="{FF2B5EF4-FFF2-40B4-BE49-F238E27FC236}">
                <a16:creationId xmlns:a16="http://schemas.microsoft.com/office/drawing/2014/main" id="{D7EA56B5-04D1-1214-A06C-2670B63EF9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529" y="319532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23841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 with core shape (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678BDF5-AB2E-5F43-BC60-83EC1F0BB63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4800" b="14800"/>
          <a:stretch/>
        </p:blipFill>
        <p:spPr>
          <a:xfrm>
            <a:off x="-3951" y="2037522"/>
            <a:ext cx="12192776" cy="482047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7CFEB9-F28B-214D-90E5-E41EA6C126EF}"/>
              </a:ext>
            </a:extLst>
          </p:cNvPr>
          <p:cNvSpPr/>
          <p:nvPr userDrawn="1"/>
        </p:nvSpPr>
        <p:spPr>
          <a:xfrm>
            <a:off x="0" y="1"/>
            <a:ext cx="12188825" cy="6857999"/>
          </a:xfrm>
          <a:prstGeom prst="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4D6B417D-415F-3445-A65B-A6B034B987E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1"/>
            <a:ext cx="12192775" cy="4943027"/>
          </a:xfrm>
          <a:custGeom>
            <a:avLst/>
            <a:gdLst>
              <a:gd name="T0" fmla="*/ 1281 w 1281"/>
              <a:gd name="T1" fmla="*/ 0 h 519"/>
              <a:gd name="T2" fmla="*/ 1281 w 1281"/>
              <a:gd name="T3" fmla="*/ 214 h 519"/>
              <a:gd name="T4" fmla="*/ 544 w 1281"/>
              <a:gd name="T5" fmla="*/ 482 h 519"/>
              <a:gd name="T6" fmla="*/ 544 w 1281"/>
              <a:gd name="T7" fmla="*/ 482 h 519"/>
              <a:gd name="T8" fmla="*/ 340 w 1281"/>
              <a:gd name="T9" fmla="*/ 519 h 519"/>
              <a:gd name="T10" fmla="*/ 0 w 1281"/>
              <a:gd name="T11" fmla="*/ 409 h 519"/>
              <a:gd name="T12" fmla="*/ 0 w 1281"/>
              <a:gd name="T13" fmla="*/ 0 h 519"/>
              <a:gd name="T14" fmla="*/ 1281 w 1281"/>
              <a:gd name="T15" fmla="*/ 0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519">
                <a:moveTo>
                  <a:pt x="1281" y="0"/>
                </a:moveTo>
                <a:cubicBezTo>
                  <a:pt x="1281" y="214"/>
                  <a:pt x="1281" y="214"/>
                  <a:pt x="1281" y="214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481" y="506"/>
                  <a:pt x="412" y="519"/>
                  <a:pt x="340" y="519"/>
                </a:cubicBezTo>
                <a:cubicBezTo>
                  <a:pt x="213" y="519"/>
                  <a:pt x="96" y="478"/>
                  <a:pt x="0" y="409"/>
                </a:cubicBezTo>
                <a:cubicBezTo>
                  <a:pt x="0" y="0"/>
                  <a:pt x="0" y="0"/>
                  <a:pt x="0" y="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sz="1800" b="0" i="0">
              <a:latin typeface="Outfit" pitchFamily="2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CC6CEA8-4389-9D42-B3B2-D9DF469E2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5327512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C76887-76DA-4887-AD03-087C4B1B6E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fld id="{1EA8F998-22C4-4E4D-8F0A-4E45248C6C8A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0AD64-8011-DC4B-AAEC-70A1E6B644F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bg1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bg1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62BECCD-9B58-EC45-AE22-C2E69A3AC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4DED1B67-2D64-A445-9624-ED937282E2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877DC40E-48AA-99A5-675A-D2DA7ECC3F6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00291" y="6165365"/>
            <a:ext cx="2148784" cy="438429"/>
          </a:xfrm>
          <a:prstGeom prst="rect">
            <a:avLst/>
          </a:prstGeom>
        </p:spPr>
      </p:pic>
      <p:pic>
        <p:nvPicPr>
          <p:cNvPr id="2" name="Graphic 3">
            <a:extLst>
              <a:ext uri="{FF2B5EF4-FFF2-40B4-BE49-F238E27FC236}">
                <a16:creationId xmlns:a16="http://schemas.microsoft.com/office/drawing/2014/main" id="{48A0A626-4CEE-E022-1754-44770FD34BD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392" y="319532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4249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_Title slide with core shape (image)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8AFE81-8911-A744-82E4-018B71A3080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01" t="-16775" r="858" b="34023"/>
          <a:stretch/>
        </p:blipFill>
        <p:spPr>
          <a:xfrm>
            <a:off x="-3951" y="0"/>
            <a:ext cx="12196726" cy="685800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F7CFEB9-F28B-214D-90E5-E41EA6C126EF}"/>
              </a:ext>
            </a:extLst>
          </p:cNvPr>
          <p:cNvSpPr/>
          <p:nvPr userDrawn="1"/>
        </p:nvSpPr>
        <p:spPr>
          <a:xfrm>
            <a:off x="0" y="0"/>
            <a:ext cx="12188825" cy="6857999"/>
          </a:xfrm>
          <a:prstGeom prst="rect">
            <a:avLst/>
          </a:prstGeom>
          <a:solidFill>
            <a:schemeClr val="accent1">
              <a:alpha val="4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6" name="Freeform 5">
            <a:extLst>
              <a:ext uri="{FF2B5EF4-FFF2-40B4-BE49-F238E27FC236}">
                <a16:creationId xmlns:a16="http://schemas.microsoft.com/office/drawing/2014/main" id="{4D6B417D-415F-3445-A65B-A6B034B987E7}"/>
              </a:ext>
            </a:extLst>
          </p:cNvPr>
          <p:cNvSpPr>
            <a:spLocks noChangeAspect="1"/>
          </p:cNvSpPr>
          <p:nvPr userDrawn="1"/>
        </p:nvSpPr>
        <p:spPr bwMode="auto">
          <a:xfrm>
            <a:off x="0" y="1"/>
            <a:ext cx="12192775" cy="4943027"/>
          </a:xfrm>
          <a:custGeom>
            <a:avLst/>
            <a:gdLst>
              <a:gd name="T0" fmla="*/ 1281 w 1281"/>
              <a:gd name="T1" fmla="*/ 0 h 519"/>
              <a:gd name="T2" fmla="*/ 1281 w 1281"/>
              <a:gd name="T3" fmla="*/ 214 h 519"/>
              <a:gd name="T4" fmla="*/ 544 w 1281"/>
              <a:gd name="T5" fmla="*/ 482 h 519"/>
              <a:gd name="T6" fmla="*/ 544 w 1281"/>
              <a:gd name="T7" fmla="*/ 482 h 519"/>
              <a:gd name="T8" fmla="*/ 340 w 1281"/>
              <a:gd name="T9" fmla="*/ 519 h 519"/>
              <a:gd name="T10" fmla="*/ 0 w 1281"/>
              <a:gd name="T11" fmla="*/ 409 h 519"/>
              <a:gd name="T12" fmla="*/ 0 w 1281"/>
              <a:gd name="T13" fmla="*/ 0 h 519"/>
              <a:gd name="T14" fmla="*/ 1281 w 1281"/>
              <a:gd name="T15" fmla="*/ 0 h 5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519">
                <a:moveTo>
                  <a:pt x="1281" y="0"/>
                </a:moveTo>
                <a:cubicBezTo>
                  <a:pt x="1281" y="214"/>
                  <a:pt x="1281" y="214"/>
                  <a:pt x="1281" y="214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544" y="482"/>
                  <a:pt x="544" y="482"/>
                  <a:pt x="544" y="482"/>
                </a:cubicBezTo>
                <a:cubicBezTo>
                  <a:pt x="481" y="506"/>
                  <a:pt x="412" y="519"/>
                  <a:pt x="340" y="519"/>
                </a:cubicBezTo>
                <a:cubicBezTo>
                  <a:pt x="213" y="519"/>
                  <a:pt x="96" y="478"/>
                  <a:pt x="0" y="409"/>
                </a:cubicBezTo>
                <a:cubicBezTo>
                  <a:pt x="0" y="0"/>
                  <a:pt x="0" y="0"/>
                  <a:pt x="0" y="0"/>
                </a:cubicBezTo>
                <a:lnTo>
                  <a:pt x="1281" y="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sz="1800" b="0" i="0">
              <a:latin typeface="Outfit" pitchFamily="2" charset="0"/>
            </a:endParaRP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1CC6CEA8-4389-9D42-B3B2-D9DF469E21E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612" y="5327512"/>
            <a:ext cx="11109600" cy="276999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Outfit" pitchFamily="2" charset="0"/>
                <a:cs typeface="Poppins" pitchFamily="2" charset="77"/>
              </a:defRPr>
            </a:lvl1pPr>
          </a:lstStyle>
          <a:p>
            <a:pPr lvl="0"/>
            <a:r>
              <a:rPr lang="en-US"/>
              <a:t>Presenter’s name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C76887-76DA-4887-AD03-087C4B1B6EB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39750" y="6302030"/>
            <a:ext cx="3724275" cy="1651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fld id="{1EA8F998-22C4-4E4D-8F0A-4E45248C6C8A}" type="datetime4">
              <a:rPr lang="en-US" smtClean="0"/>
              <a:t>September 13, 2019</a:t>
            </a:fld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C90AD64-8011-DC4B-AAEC-70A1E6B644FD}"/>
              </a:ext>
            </a:extLst>
          </p:cNvPr>
          <p:cNvSpPr txBox="1"/>
          <p:nvPr userDrawn="1"/>
        </p:nvSpPr>
        <p:spPr>
          <a:xfrm>
            <a:off x="4454013" y="6169136"/>
            <a:ext cx="4885196" cy="36933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Copyright 2024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Ltd. This material contains one or more registered trademarks of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HyFlux</a:t>
            </a:r>
            <a:r>
              <a:rPr lang="en-GB" sz="800" b="0" i="0" spc="-10" baseline="0">
                <a:solidFill>
                  <a:schemeClr val="bg1"/>
                </a:solidFill>
                <a:latin typeface="Outfit" pitchFamily="2" charset="0"/>
              </a:rPr>
              <a:t> Company and its </a:t>
            </a:r>
            <a:r>
              <a:rPr lang="en-GB" sz="800" b="0" i="0" spc="-10" baseline="0" err="1">
                <a:solidFill>
                  <a:schemeClr val="bg1"/>
                </a:solidFill>
                <a:latin typeface="Outfit" pitchFamily="2" charset="0"/>
              </a:rPr>
              <a:t>subsidiari</a:t>
            </a:r>
            <a:r>
              <a:rPr lang="en-US" sz="800" b="0" i="0" spc="-10" baseline="0" err="1">
                <a:solidFill>
                  <a:schemeClr val="bg1"/>
                </a:solidFill>
                <a:latin typeface="Outfit" pitchFamily="2" charset="0"/>
              </a:rPr>
              <a:t>ubsidiaries</a:t>
            </a:r>
            <a:r>
              <a:rPr lang="en-US" sz="800" b="0" i="0" spc="-10" baseline="0">
                <a:solidFill>
                  <a:schemeClr val="bg1"/>
                </a:solidFill>
                <a:latin typeface="Outfit" pitchFamily="2" charset="0"/>
              </a:rPr>
              <a:t> in one or more countries. All third-party product and company names are trademarks of their respective holders.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62BECCD-9B58-EC45-AE22-C2E69A3AC7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679171"/>
            <a:ext cx="11109600" cy="640560"/>
          </a:xfrm>
        </p:spPr>
        <p:txBody>
          <a:bodyPr anchor="b">
            <a:spAutoFit/>
          </a:bodyPr>
          <a:lstStyle>
            <a:lvl1pPr marL="0" marR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5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marL="0" marR="0" lvl="0" indent="0" algn="l" defTabSz="1218987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Presentation title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4DED1B67-2D64-A445-9624-ED937282E2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39612" y="3421552"/>
            <a:ext cx="11109600" cy="369332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2400"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Subhead 1</a:t>
            </a:r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56C09A82-7379-BB5A-E1EC-234399A572A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00291" y="6165365"/>
            <a:ext cx="2148784" cy="43842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C1A624A0-975B-05D7-F432-A7A498EA991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133392" y="319532"/>
            <a:ext cx="2515683" cy="831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46374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511B4A7F-3526-2248-8F07-B9E9B87F06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945350"/>
            <a:ext cx="11109600" cy="455509"/>
          </a:xfrm>
        </p:spPr>
        <p:txBody>
          <a:bodyPr>
            <a:spAutoFit/>
          </a:bodyPr>
          <a:lstStyle>
            <a:lvl1pPr>
              <a:defRPr b="1" i="0">
                <a:solidFill>
                  <a:schemeClr val="accent2"/>
                </a:solidFill>
                <a:latin typeface="Outfit Semi Bold" pitchFamily="2" charset="0"/>
              </a:defRPr>
            </a:lvl1pPr>
          </a:lstStyle>
          <a:p>
            <a:r>
              <a:rPr lang="en-US"/>
              <a:t>Divider 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CFD833-D999-144D-9C62-BC7CDCEFF7F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78B8BB3-A856-4AFC-BC2D-C3705FB2217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193480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(reverse)">
    <p:bg>
      <p:bgPr>
        <a:solidFill>
          <a:srgbClr val="0204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945350"/>
            <a:ext cx="11109600" cy="455509"/>
          </a:xfrm>
        </p:spPr>
        <p:txBody>
          <a:bodyPr>
            <a:spAutoFit/>
          </a:bodyPr>
          <a:lstStyle>
            <a:lvl1pPr>
              <a:defRPr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r>
              <a:rPr lang="en-US"/>
              <a:t>Divider 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A706B-E7E7-D84D-835C-AC64AD6473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51BAF-93B8-4447-8D63-6F55909A98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5" name="Graphic 1">
            <a:extLst>
              <a:ext uri="{FF2B5EF4-FFF2-40B4-BE49-F238E27FC236}">
                <a16:creationId xmlns:a16="http://schemas.microsoft.com/office/drawing/2014/main" id="{6878DB46-DEA5-F13C-8846-4AACFB6A913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6381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2924BBAC-D050-BD44-BE7A-85B5F88FA4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41" t="15437" r="157" b="4086"/>
          <a:stretch/>
        </p:blipFill>
        <p:spPr>
          <a:xfrm>
            <a:off x="0" y="0"/>
            <a:ext cx="12188825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7A439DD-2ED1-DA45-AB78-E2246AD73719}"/>
              </a:ext>
            </a:extLst>
          </p:cNvPr>
          <p:cNvSpPr/>
          <p:nvPr userDrawn="1"/>
        </p:nvSpPr>
        <p:spPr>
          <a:xfrm>
            <a:off x="0" y="0"/>
            <a:ext cx="12188825" cy="6857999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612" y="2945350"/>
            <a:ext cx="11109600" cy="455509"/>
          </a:xfrm>
        </p:spPr>
        <p:txBody>
          <a:bodyPr>
            <a:spAutoFit/>
          </a:bodyPr>
          <a:lstStyle>
            <a:lvl1pPr>
              <a:defRPr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r>
              <a:rPr lang="en-US"/>
              <a:t>Divider copy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CA706B-E7E7-D84D-835C-AC64AD64738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2A51BAF-93B8-4447-8D63-6F55909A983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6239D4B-D4F6-7CE6-B675-2BC76E9FC2A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00291" y="6165365"/>
            <a:ext cx="2148784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8374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9AE6F84-2C59-B242-985D-F6860D451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999" y="1558798"/>
            <a:ext cx="11105901" cy="4270501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04C7E-451E-E246-B880-1F1ABC33B9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15A590-C7FE-DC40-8E18-E9E18603A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630000"/>
            <a:ext cx="11105901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DF43B4C-CBBB-4550-A7C4-0DE50AAAB9D8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253197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only (reverse)">
    <p:bg>
      <p:bgPr>
        <a:solidFill>
          <a:srgbClr val="02043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A635C37-5D45-1940-AAC4-D8E9BC4D38D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1558799"/>
            <a:ext cx="11109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1A4267F0-787B-2B4F-A66D-8CAE190465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tx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8A104E-8DE2-434B-815C-C92F60888B4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CB57B268-6A2D-4680-AAA7-53AFA2FBB0B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B2A33CD3-A6F5-F00D-EA60-3574CAB4B71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34970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only with subhe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Object 4" hidden="1">
            <a:extLst>
              <a:ext uri="{FF2B5EF4-FFF2-40B4-BE49-F238E27FC236}">
                <a16:creationId xmlns:a16="http://schemas.microsoft.com/office/drawing/2014/main" id="{2D845571-4C56-4818-9F28-D6178A2D18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6226982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35" imgH="435" progId="TCLayout.ActiveDocument.1">
                  <p:embed/>
                </p:oleObj>
              </mc:Choice>
              <mc:Fallback>
                <p:oleObj name="think-cell Slide" r:id="rId3" imgW="435" imgH="435" progId="TCLayout.ActiveDocument.1">
                  <p:embed/>
                  <p:pic>
                    <p:nvPicPr>
                      <p:cNvPr id="5" name="Object 4" hidden="1">
                        <a:extLst>
                          <a:ext uri="{FF2B5EF4-FFF2-40B4-BE49-F238E27FC236}">
                            <a16:creationId xmlns:a16="http://schemas.microsoft.com/office/drawing/2014/main" id="{2D845571-4C56-4818-9F28-D6178A2D18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5AE224-D143-9B4C-984F-2DAFBF5A8A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59AE20-7C1B-3245-8D20-30A95A1D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A7714C-C9D3-EA4F-AAAE-A0B2CFDFA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9749" y="1513540"/>
            <a:ext cx="11109599" cy="43359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 i="0">
                <a:solidFill>
                  <a:schemeClr val="tx2"/>
                </a:solidFill>
                <a:latin typeface="Outfit Semi Bold" pitchFamily="2" charset="0"/>
              </a:defRPr>
            </a:lvl1pPr>
            <a:lvl2pPr marL="172800" indent="-172800">
              <a:buNone/>
              <a:defRPr b="0" i="0">
                <a:latin typeface="Outfit" pitchFamily="2" charset="0"/>
              </a:defRPr>
            </a:lvl2pPr>
            <a:lvl3pPr marL="172800">
              <a:defRPr b="0" i="0">
                <a:latin typeface="Outfit" pitchFamily="2" charset="0"/>
              </a:defRPr>
            </a:lvl3pPr>
            <a:lvl4pPr marL="345600">
              <a:defRPr b="0" i="0">
                <a:latin typeface="Outfit" pitchFamily="2" charset="0"/>
              </a:defRPr>
            </a:lvl4pPr>
            <a:lvl5pPr marL="518400">
              <a:defRPr b="0" i="0">
                <a:latin typeface="Outfit" pitchFamily="2" charset="0"/>
              </a:defRPr>
            </a:lvl5pPr>
            <a:lvl6pPr marL="691200">
              <a:defRPr/>
            </a:lvl6pPr>
            <a:lvl7pPr marL="864000">
              <a:defRPr/>
            </a:lvl7pPr>
            <a:lvl8pPr marL="1036800">
              <a:defRPr/>
            </a:lvl8pPr>
            <a:lvl9pPr marL="1209600"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8FAF2F8-E403-D645-B5E7-F3DC78AB7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>
            <a:lvl1pPr>
              <a:defRPr b="1" i="0"/>
            </a:lvl1pPr>
          </a:lstStyle>
          <a:p>
            <a:r>
              <a:rPr lang="en-US"/>
              <a:t>Slide title</a:t>
            </a:r>
          </a:p>
        </p:txBody>
      </p:sp>
    </p:spTree>
    <p:extLst>
      <p:ext uri="{BB962C8B-B14F-4D97-AF65-F5344CB8AC3E}">
        <p14:creationId xmlns:p14="http://schemas.microsoft.com/office/powerpoint/2010/main" val="26817181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only with subhead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85AE224-D143-9B4C-984F-2DAFBF5A8A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59AE20-7C1B-3245-8D20-30A95A1D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97364" y="6307456"/>
            <a:ext cx="8321040" cy="153888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4A7714C-C9D3-EA4F-AAAE-A0B2CFDFAB5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39749" y="1513540"/>
            <a:ext cx="11109599" cy="433593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400" b="1" i="0">
                <a:solidFill>
                  <a:schemeClr val="bg1"/>
                </a:solidFill>
                <a:latin typeface="Outfit Semi Bold" pitchFamily="2" charset="0"/>
              </a:defRPr>
            </a:lvl1pPr>
            <a:lvl2pPr marL="172800" indent="-172800">
              <a:buNone/>
              <a:defRPr b="0" i="0">
                <a:solidFill>
                  <a:schemeClr val="bg1"/>
                </a:solidFill>
                <a:latin typeface="Outfit" pitchFamily="2" charset="0"/>
              </a:defRPr>
            </a:lvl2pPr>
            <a:lvl3pPr marL="172800">
              <a:defRPr b="0" i="0">
                <a:solidFill>
                  <a:schemeClr val="bg1"/>
                </a:solidFill>
                <a:latin typeface="Outfit" pitchFamily="2" charset="0"/>
              </a:defRPr>
            </a:lvl3pPr>
            <a:lvl4pPr marL="345600">
              <a:defRPr b="0" i="0">
                <a:solidFill>
                  <a:schemeClr val="bg1"/>
                </a:solidFill>
                <a:latin typeface="Outfit" pitchFamily="2" charset="0"/>
              </a:defRPr>
            </a:lvl4pPr>
            <a:lvl5pPr marL="518400">
              <a:defRPr b="0" i="0">
                <a:solidFill>
                  <a:schemeClr val="bg1"/>
                </a:solidFill>
                <a:latin typeface="Outfit" pitchFamily="2" charset="0"/>
              </a:defRPr>
            </a:lvl5pPr>
            <a:lvl6pPr marL="691200">
              <a:defRPr>
                <a:solidFill>
                  <a:schemeClr val="bg1"/>
                </a:solidFill>
              </a:defRPr>
            </a:lvl6pPr>
            <a:lvl7pPr marL="864000">
              <a:defRPr>
                <a:solidFill>
                  <a:schemeClr val="bg1"/>
                </a:solidFill>
              </a:defRPr>
            </a:lvl7pPr>
            <a:lvl8pPr marL="1036800">
              <a:defRPr>
                <a:solidFill>
                  <a:schemeClr val="bg1"/>
                </a:solidFill>
              </a:defRPr>
            </a:lvl8pPr>
            <a:lvl9pPr marL="1209600">
              <a:defRPr>
                <a:solidFill>
                  <a:schemeClr val="bg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8FAF2F8-E403-D645-B5E7-F3DC78AB771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pic>
        <p:nvPicPr>
          <p:cNvPr id="5" name="Graphic 1">
            <a:extLst>
              <a:ext uri="{FF2B5EF4-FFF2-40B4-BE49-F238E27FC236}">
                <a16:creationId xmlns:a16="http://schemas.microsoft.com/office/drawing/2014/main" id="{35DFBF61-DF77-62EF-6F32-054DA03595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8846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/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E36E-202A-814F-AE8F-5976C6617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776F90A-A154-48F1-BE7C-789C72963E10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564574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AD1544-9F5B-6247-B2CE-CBCB59C49A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91B37-C929-8D42-98C4-A32E7A9CD9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527F0-F38F-4798-9307-F3321E210A3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5" name="Graphic 1">
            <a:extLst>
              <a:ext uri="{FF2B5EF4-FFF2-40B4-BE49-F238E27FC236}">
                <a16:creationId xmlns:a16="http://schemas.microsoft.com/office/drawing/2014/main" id="{856B6F09-6591-94F2-D4EC-9056614F48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9944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7FE36E-202A-814F-AE8F-5976C6617ED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8F1305-6865-42BB-91D1-B37572DD39B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118705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(reverse)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191B37-C929-8D42-98C4-A32E7A9CD91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A2995F-EF6F-4BD4-A7EB-2B5A4EDC939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GB" spc="-10"/>
              <a:t>Copyright 2024 </a:t>
            </a:r>
            <a:r>
              <a:rPr lang="en-GB" spc="-10" err="1"/>
              <a:t>HyFlux</a:t>
            </a:r>
            <a:r>
              <a:rPr lang="en-GB" spc="-10"/>
              <a:t> Ltd. All rights reserved.</a:t>
            </a:r>
            <a:endParaRPr lang="en-US" spc="-10"/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FB530A95-8F8C-AC98-9DDA-CB1C376D87F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86013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alf Page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3AA82512-73EC-4AFA-82D7-8C9653567042}"/>
              </a:ext>
            </a:extLst>
          </p:cNvPr>
          <p:cNvSpPr/>
          <p:nvPr userDrawn="1"/>
        </p:nvSpPr>
        <p:spPr>
          <a:xfrm>
            <a:off x="6094412" y="0"/>
            <a:ext cx="6094413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B01D0E77-B7DA-4880-B448-4077D1B3EFB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589644" y="630238"/>
            <a:ext cx="5267394" cy="52625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9AE6F84-2C59-B242-985D-F6860D451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000" y="1558799"/>
            <a:ext cx="5105426" cy="342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04C7E-451E-E246-B880-1F1ABC33B9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15A590-C7FE-DC40-8E18-E9E18603A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5105426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98CBDDA-52F5-4D0F-8229-F1F6BE5E2B6B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897364" y="6299143"/>
            <a:ext cx="4754880" cy="153888"/>
          </a:xfr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1">
            <a:extLst>
              <a:ext uri="{FF2B5EF4-FFF2-40B4-BE49-F238E27FC236}">
                <a16:creationId xmlns:a16="http://schemas.microsoft.com/office/drawing/2014/main" id="{4EACB522-E77D-06CA-60BB-F7F733EC9C9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981565" y="6165364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0484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arter Page Call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B2541CA-AF4E-4FA0-A115-C3032F32FF81}"/>
              </a:ext>
            </a:extLst>
          </p:cNvPr>
          <p:cNvSpPr/>
          <p:nvPr userDrawn="1"/>
        </p:nvSpPr>
        <p:spPr>
          <a:xfrm>
            <a:off x="8766313" y="0"/>
            <a:ext cx="34225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9AE6F84-2C59-B242-985D-F6860D451AE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9999" y="1558799"/>
            <a:ext cx="7657327" cy="342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104C7E-451E-E246-B880-1F1ABC33B9D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12" name="Title 11">
            <a:extLst>
              <a:ext uri="{FF2B5EF4-FFF2-40B4-BE49-F238E27FC236}">
                <a16:creationId xmlns:a16="http://schemas.microsoft.com/office/drawing/2014/main" id="{D615A590-C7FE-DC40-8E18-E9E18603ACF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39999" y="630000"/>
            <a:ext cx="7657327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D2581EE2-56E9-4FD0-BB3B-A65169609D6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183756" y="630238"/>
            <a:ext cx="2673281" cy="526256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  <a:lvl2pPr algn="ctr">
              <a:defRPr>
                <a:solidFill>
                  <a:schemeClr val="bg1"/>
                </a:solidFill>
              </a:defRPr>
            </a:lvl2pPr>
            <a:lvl3pPr algn="ctr">
              <a:defRPr>
                <a:solidFill>
                  <a:schemeClr val="bg1"/>
                </a:solidFill>
              </a:defRPr>
            </a:lvl3pPr>
            <a:lvl4pPr algn="ctr">
              <a:defRPr>
                <a:solidFill>
                  <a:schemeClr val="bg1"/>
                </a:solidFill>
              </a:defRPr>
            </a:lvl4pPr>
            <a:lvl5pPr algn="ctr"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1C44553-403F-43ED-A6E3-D7607D95CEA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897364" y="6299143"/>
            <a:ext cx="7315200" cy="153888"/>
          </a:xfr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0022C8F-BF8D-06DC-1487-D5B68789AD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00291" y="6165365"/>
            <a:ext cx="2148784" cy="438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8971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+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08585C9E-0354-444D-BE1E-35E1EAD8911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1558799"/>
            <a:ext cx="50400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  <a:latin typeface="Outfit" pitchFamily="2" charset="0"/>
              </a:defRPr>
            </a:lvl1pPr>
            <a:lvl2pPr>
              <a:defRPr b="0" i="0">
                <a:solidFill>
                  <a:schemeClr val="tx1"/>
                </a:solidFill>
                <a:latin typeface="Outfit" pitchFamily="2" charset="0"/>
              </a:defRPr>
            </a:lvl2pPr>
            <a:lvl3pPr>
              <a:defRPr b="0" i="0">
                <a:solidFill>
                  <a:schemeClr val="tx1"/>
                </a:solidFill>
                <a:latin typeface="Outfit" pitchFamily="2" charset="0"/>
              </a:defRPr>
            </a:lvl3pPr>
            <a:lvl4pPr>
              <a:defRPr b="0" i="0">
                <a:solidFill>
                  <a:schemeClr val="tx1"/>
                </a:solidFill>
                <a:latin typeface="Outfit" pitchFamily="2" charset="0"/>
              </a:defRPr>
            </a:lvl4pPr>
            <a:lvl5pPr>
              <a:defRPr b="0" i="0">
                <a:solidFill>
                  <a:schemeClr val="tx1"/>
                </a:solidFill>
                <a:latin typeface="Outfit" pitchFamily="2" charset="0"/>
              </a:defRPr>
            </a:lvl5pPr>
            <a:lvl6pPr>
              <a:defRPr b="0" i="0">
                <a:solidFill>
                  <a:schemeClr val="tx1"/>
                </a:solidFill>
                <a:latin typeface="Outfit" pitchFamily="2" charset="0"/>
              </a:defRPr>
            </a:lvl6pPr>
            <a:lvl7pPr>
              <a:defRPr b="0" i="0">
                <a:solidFill>
                  <a:schemeClr val="tx1"/>
                </a:solidFill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A77B8D-154F-6F45-8695-64F1BE594368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9BD5818-2878-DC43-BF9E-AA22CD6FD66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98DEDF5A-6EE3-4C39-92AA-2F9651F3EFB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480175" y="1558925"/>
            <a:ext cx="5168900" cy="378777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51025F6-A554-474F-95C2-3650AF0E294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84331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1B8995-3561-A843-9E9E-658214970867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653F32CE-6555-4F4D-B8D4-4C4CF2AE4F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1DFADED3-0A50-469E-9028-A2DA6D2DB19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539612" y="1558925"/>
            <a:ext cx="5168900" cy="378777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BAE66F91-B1DF-4FFE-8F56-F0F715531AAA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6609212" y="1558925"/>
            <a:ext cx="5168900" cy="3787775"/>
          </a:xfrm>
          <a:prstGeom prst="rect">
            <a:avLst/>
          </a:prstGeom>
          <a:solidFill>
            <a:schemeClr val="bg2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pPr lvl="0"/>
            <a:r>
              <a:rPr lang="en-US"/>
              <a:t>Content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6FA0732-5D25-4C0E-96A3-253C57556DA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558523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90AB158C-B717-F146-8473-4FA91779022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00" y="1558799"/>
            <a:ext cx="5040000" cy="4140000"/>
          </a:xfrm>
          <a:prstGeom prst="rect">
            <a:avLst/>
          </a:prstGeom>
        </p:spPr>
        <p:txBody>
          <a:bodyPr/>
          <a:lstStyle>
            <a:lvl1pPr marL="172800" indent="-172800">
              <a:buFont typeface="Arial" panose="020B0604020202020204" pitchFamily="34" charset="0"/>
              <a:buChar char="•"/>
              <a:defRPr sz="1400"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ED999B74-4775-954D-AE91-802FA2FAD2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609212" y="1558799"/>
            <a:ext cx="50400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9B6F21-EF9B-BE45-AAFE-E1AD49A1E7B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5D33DE1-3571-5345-BB13-D07092BC126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3B4676F-1436-4F64-A4BF-F8E5536EEE8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38482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2AA10A2D-2893-2C48-9C44-64E01F59B5F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40000" y="1558799"/>
            <a:ext cx="33228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68A0E4-2E0D-294F-B1D9-DBD3BF4FF19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433206" y="1558799"/>
            <a:ext cx="33228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1FCAC9ED-712C-E64A-A315-8F7975B93BD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326412" y="1558799"/>
            <a:ext cx="33228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387ABA-3685-1B40-B8C1-6D1A423690B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DC1A3E40-7C3E-6A49-A21B-3F41A7A9FC2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CC9F8AF-7FE6-47E2-B5D9-C02A3C549574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244385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BA5AE212-B438-7247-B851-4B50F1ADF92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7871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8702DE56-D42A-E643-A1D3-2F8FC90CE9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1574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511FF0B5-4C23-4B4F-8089-816FFC5F4D5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05361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4CBF34-7884-9144-B76A-249853A107D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40B923AF-A6E4-6146-938C-9385E0A47A9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1D2E66B-4AAB-424D-AD5B-425E5EA9AA31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B7F12E13-73F3-2948-AA2B-D748A576FB7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28654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</p:spTree>
    <p:extLst>
      <p:ext uri="{BB962C8B-B14F-4D97-AF65-F5344CB8AC3E}">
        <p14:creationId xmlns:p14="http://schemas.microsoft.com/office/powerpoint/2010/main" val="236886742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AB3872-610F-2C43-A210-3FDC8EF7DE74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B0383502-25BE-654A-BA01-D0958CD2592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111096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E2E16837-DE39-D149-86E3-3191148DC74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4078800"/>
            <a:ext cx="50400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66489298-2967-5B4B-A6A7-063622B511F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39612" y="2098800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3D85FDFB-BAA2-C542-AE9C-F5D528382FD7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612" y="1559708"/>
            <a:ext cx="50400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FFB49330-CF45-214A-ACF0-62E13EA2BCC4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09600" y="4078800"/>
            <a:ext cx="50400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4EE35739-93BB-684C-83F4-60BC6A00DD4F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609600" y="2098800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3886E6EC-EB59-0348-ABF9-E79B4F47933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609600" y="1559708"/>
            <a:ext cx="50400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D1DE2A0-27BD-46BF-B880-39C92913DA79}"/>
              </a:ext>
            </a:extLst>
          </p:cNvPr>
          <p:cNvSpPr>
            <a:spLocks noGrp="1"/>
          </p:cNvSpPr>
          <p:nvPr>
            <p:ph type="ftr" sz="quarter" idx="44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56033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03ACF-2F4C-F843-BD56-23062E6A1EA2}"/>
              </a:ext>
            </a:extLst>
          </p:cNvPr>
          <p:cNvSpPr>
            <a:spLocks noGrp="1"/>
          </p:cNvSpPr>
          <p:nvPr>
            <p:ph type="sldNum" sz="quarter" idx="26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7C64916-CC9F-CB48-AD5C-57D5BC14D1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111096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ACCA8051-05E2-4841-B620-C25D88B71B1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4078800"/>
            <a:ext cx="33228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00910E6B-FD72-804D-A9D2-72F936F8EA04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39612" y="2098800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3B316823-E02D-334E-ADBC-8E1B2D01BCB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612" y="1559708"/>
            <a:ext cx="33228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2485DE50-CA50-194E-96B0-04CBD8B92A4E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433400" y="4078800"/>
            <a:ext cx="33228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6" name="Picture Placeholder 8">
            <a:extLst>
              <a:ext uri="{FF2B5EF4-FFF2-40B4-BE49-F238E27FC236}">
                <a16:creationId xmlns:a16="http://schemas.microsoft.com/office/drawing/2014/main" id="{97292E1A-EC45-C44F-9DF9-E58F6C63DB3E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4433400" y="2098800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BCE2AE9D-754A-9E44-912D-F270F73EBAFE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433400" y="1559708"/>
            <a:ext cx="33228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4B9BD494-A61D-934D-95C5-22C8495F19FC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326800" y="4078800"/>
            <a:ext cx="33228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9" name="Picture Placeholder 8">
            <a:extLst>
              <a:ext uri="{FF2B5EF4-FFF2-40B4-BE49-F238E27FC236}">
                <a16:creationId xmlns:a16="http://schemas.microsoft.com/office/drawing/2014/main" id="{E662092C-B69C-D24F-BA28-E286481213BC}"/>
              </a:ext>
            </a:extLst>
          </p:cNvPr>
          <p:cNvSpPr>
            <a:spLocks noGrp="1"/>
          </p:cNvSpPr>
          <p:nvPr>
            <p:ph type="pic" sz="quarter" idx="45" hasCustomPrompt="1"/>
          </p:nvPr>
        </p:nvSpPr>
        <p:spPr>
          <a:xfrm>
            <a:off x="8326800" y="2098800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C93880F7-08AD-DE4C-A1CF-DA9FCAD05CD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326800" y="1559708"/>
            <a:ext cx="33228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8D72FA1-A2EB-4DE1-A8BC-06D72F176568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255520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tex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8B7FFF9E-6CB1-6A44-A57A-41A01129B1F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0000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CAF5B82F-C4B1-2042-8307-32852E71BC5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377871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3BB99382-C4A4-8F4C-A7B1-37416B7748D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215742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D98AE347-29B0-634C-A11B-707DEA866BF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53612" y="4078800"/>
            <a:ext cx="2595600" cy="162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/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6AE02-8109-F541-B5B5-9AFA5637FEC1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95F833E4-F299-DC4B-B8FF-F6B08D7D91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111096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67CD5BC8-841B-AF4E-AA3B-3251F6286F75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539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AF3285C2-D53D-6944-9FE6-AC145C61AC46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377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4" name="Picture Placeholder 8">
            <a:extLst>
              <a:ext uri="{FF2B5EF4-FFF2-40B4-BE49-F238E27FC236}">
                <a16:creationId xmlns:a16="http://schemas.microsoft.com/office/drawing/2014/main" id="{22633D8B-8D76-F646-98F0-10F1CA0B6FC7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6215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5" name="Picture Placeholder 8">
            <a:extLst>
              <a:ext uri="{FF2B5EF4-FFF2-40B4-BE49-F238E27FC236}">
                <a16:creationId xmlns:a16="http://schemas.microsoft.com/office/drawing/2014/main" id="{1ECBA903-36E1-8D40-828B-9E44A623C09F}"/>
              </a:ext>
            </a:extLst>
          </p:cNvPr>
          <p:cNvSpPr>
            <a:spLocks noGrp="1"/>
          </p:cNvSpPr>
          <p:nvPr>
            <p:ph type="pic" sz="quarter" idx="43" hasCustomPrompt="1"/>
          </p:nvPr>
        </p:nvSpPr>
        <p:spPr>
          <a:xfrm>
            <a:off x="9053612" y="2098800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1A976FFB-F50E-784B-A5E5-A3EC3114A3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39612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86A31B76-ACDE-FD42-8C92-DA1189E36299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377741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D3321DEC-DA6B-584D-8172-80D22DEFA37F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215870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235751F1-708F-6A41-8879-5FC5B0DD0EA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054000" y="1559708"/>
            <a:ext cx="2595600" cy="540000"/>
          </a:xfrm>
          <a:prstGeom prst="rect">
            <a:avLst/>
          </a:prstGeom>
          <a:solidFill>
            <a:schemeClr val="tx2"/>
          </a:solidFill>
        </p:spPr>
        <p:txBody>
          <a:bodyPr anchor="ctr"/>
          <a:lstStyle>
            <a:lvl1pPr marL="0" indent="0" algn="ctr">
              <a:buNone/>
              <a:defRPr sz="1600" b="1" i="0">
                <a:solidFill>
                  <a:schemeClr val="bg1"/>
                </a:solidFill>
                <a:latin typeface="Outfit Semi Bold" pitchFamily="2" charset="0"/>
              </a:defRPr>
            </a:lvl1pPr>
          </a:lstStyle>
          <a:p>
            <a:pPr lvl="0"/>
            <a:r>
              <a:rPr lang="en-US"/>
              <a:t>Column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3F62A59-7F23-48A9-A24D-A1ABFE34D3DB}"/>
              </a:ext>
            </a:extLst>
          </p:cNvPr>
          <p:cNvSpPr>
            <a:spLocks noGrp="1"/>
          </p:cNvSpPr>
          <p:nvPr>
            <p:ph type="ftr" sz="quarter" idx="47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57981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-column text with cor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B2B8AD0-69FC-EF49-9261-46FC888EF7D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62933"/>
            <a:ext cx="12188825" cy="5002497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BFE6CD86-C57A-6D4D-8868-B67F0A270A3F}"/>
              </a:ext>
            </a:extLst>
          </p:cNvPr>
          <p:cNvSpPr/>
          <p:nvPr userDrawn="1"/>
        </p:nvSpPr>
        <p:spPr>
          <a:xfrm>
            <a:off x="539612" y="1559708"/>
            <a:ext cx="50400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8B710D28-A266-E249-8501-607AD7E37BD4}"/>
              </a:ext>
            </a:extLst>
          </p:cNvPr>
          <p:cNvSpPr/>
          <p:nvPr userDrawn="1"/>
        </p:nvSpPr>
        <p:spPr>
          <a:xfrm>
            <a:off x="6609212" y="1559708"/>
            <a:ext cx="50400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1E675AA1-11F2-6E46-BE9B-7F62136C8CC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99612" y="1919708"/>
            <a:ext cx="43200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F8E294CD-00A3-3B45-9B94-98E59514EE3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969212" y="1919708"/>
            <a:ext cx="43200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 marL="864000" indent="-172800">
              <a:buFont typeface="Arial" panose="020B0604020202020204" pitchFamily="34" charset="0"/>
              <a:buChar char="•"/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2891AE-CEE5-354E-8B85-564881200EB5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2E9DF625-D8A7-9D48-98B1-D17318C22D7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68F6F35D-803B-A74B-A083-051A2A962B69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39612" y="4079708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7" name="Picture Placeholder 8">
            <a:extLst>
              <a:ext uri="{FF2B5EF4-FFF2-40B4-BE49-F238E27FC236}">
                <a16:creationId xmlns:a16="http://schemas.microsoft.com/office/drawing/2014/main" id="{3FA207DE-62CD-B949-BD91-26F4572CA97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6609212" y="4079708"/>
            <a:ext cx="50400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2E2313D-F2CE-40CB-B3F2-316C78D1FBF9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6" name="Graphic 3">
            <a:extLst>
              <a:ext uri="{FF2B5EF4-FFF2-40B4-BE49-F238E27FC236}">
                <a16:creationId xmlns:a16="http://schemas.microsoft.com/office/drawing/2014/main" id="{CE59B796-4A50-73B0-871F-C5338B33F6F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66751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-column text with cor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5C1245DC-9747-4149-A162-F29CA118ED3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9182" y="1890052"/>
            <a:ext cx="12188825" cy="5002497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BFA48273-8E78-AC45-AB3F-B644EA8877CF}"/>
              </a:ext>
            </a:extLst>
          </p:cNvPr>
          <p:cNvSpPr/>
          <p:nvPr userDrawn="1"/>
        </p:nvSpPr>
        <p:spPr>
          <a:xfrm>
            <a:off x="539612" y="1559708"/>
            <a:ext cx="33228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DBB44F6E-428B-7C4B-85DD-0912AED6D38B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99612" y="1919708"/>
            <a:ext cx="26028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2C40747A-4D6F-144F-9DBB-2F01EC6C912A}"/>
              </a:ext>
            </a:extLst>
          </p:cNvPr>
          <p:cNvSpPr/>
          <p:nvPr userDrawn="1"/>
        </p:nvSpPr>
        <p:spPr>
          <a:xfrm>
            <a:off x="4433012" y="1559708"/>
            <a:ext cx="33228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43304268-B9C4-E841-9E77-1CC78A70F94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793012" y="1919708"/>
            <a:ext cx="26028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4429A07-502D-3948-9527-D4DF556A7E04}"/>
              </a:ext>
            </a:extLst>
          </p:cNvPr>
          <p:cNvSpPr/>
          <p:nvPr userDrawn="1"/>
        </p:nvSpPr>
        <p:spPr>
          <a:xfrm>
            <a:off x="8326412" y="1559708"/>
            <a:ext cx="33228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3A89C90E-125C-A44B-AA42-90411DE5650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686412" y="1919708"/>
            <a:ext cx="26028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145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 bullet</a:t>
            </a:r>
          </a:p>
          <a:p>
            <a:pPr lvl="3"/>
            <a:r>
              <a:rPr lang="en-US"/>
              <a:t>Third level bullet</a:t>
            </a:r>
          </a:p>
          <a:p>
            <a:pPr lvl="4"/>
            <a:r>
              <a:rPr lang="en-US"/>
              <a:t>Fourth level bullet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5F275D-2589-904B-BE36-F01CDBD11855}"/>
              </a:ext>
            </a:extLst>
          </p:cNvPr>
          <p:cNvSpPr>
            <a:spLocks noGrp="1"/>
          </p:cNvSpPr>
          <p:nvPr>
            <p:ph type="sldNum" sz="quarter" idx="32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EC357CB-636E-5B47-9191-FFB6E2696B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19" name="Picture Placeholder 8">
            <a:extLst>
              <a:ext uri="{FF2B5EF4-FFF2-40B4-BE49-F238E27FC236}">
                <a16:creationId xmlns:a16="http://schemas.microsoft.com/office/drawing/2014/main" id="{13303FB7-9567-9647-82B4-0C8802B91CA7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39612" y="4079708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0" name="Picture Placeholder 8">
            <a:extLst>
              <a:ext uri="{FF2B5EF4-FFF2-40B4-BE49-F238E27FC236}">
                <a16:creationId xmlns:a16="http://schemas.microsoft.com/office/drawing/2014/main" id="{B11381AE-B2E7-0E4E-9072-E06F2D0B3C81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4433012" y="4079708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1" name="Picture Placeholder 8">
            <a:extLst>
              <a:ext uri="{FF2B5EF4-FFF2-40B4-BE49-F238E27FC236}">
                <a16:creationId xmlns:a16="http://schemas.microsoft.com/office/drawing/2014/main" id="{4BD9830B-53D8-1546-A0D1-35B0865538D0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8326412" y="4079708"/>
            <a:ext cx="33228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ED00C6D-56F2-4000-8CEE-308C982F89CD}"/>
              </a:ext>
            </a:extLst>
          </p:cNvPr>
          <p:cNvSpPr>
            <a:spLocks noGrp="1"/>
          </p:cNvSpPr>
          <p:nvPr>
            <p:ph type="ftr" sz="quarter" idx="42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0F802EE-E493-1235-939A-846D229565A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0773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-column text with core shap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Picture 27">
            <a:extLst>
              <a:ext uri="{FF2B5EF4-FFF2-40B4-BE49-F238E27FC236}">
                <a16:creationId xmlns:a16="http://schemas.microsoft.com/office/drawing/2014/main" id="{CC598C8F-C25D-C641-BD03-5DEDE989757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1862933"/>
            <a:ext cx="12188825" cy="5002497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908E38B3-4D2A-324C-9ACD-F98EC811E0BF}"/>
              </a:ext>
            </a:extLst>
          </p:cNvPr>
          <p:cNvSpPr/>
          <p:nvPr userDrawn="1"/>
        </p:nvSpPr>
        <p:spPr>
          <a:xfrm>
            <a:off x="539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F1BDE0BE-5C37-F340-A4E7-B60B58069CC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99612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8FBAD370-0604-CE4C-96B7-49708BA90F9E}"/>
              </a:ext>
            </a:extLst>
          </p:cNvPr>
          <p:cNvSpPr/>
          <p:nvPr userDrawn="1"/>
        </p:nvSpPr>
        <p:spPr>
          <a:xfrm>
            <a:off x="3377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EA42945D-3A83-A441-A0C8-32A8BB048ABA}"/>
              </a:ext>
            </a:extLst>
          </p:cNvPr>
          <p:cNvSpPr/>
          <p:nvPr userDrawn="1"/>
        </p:nvSpPr>
        <p:spPr>
          <a:xfrm>
            <a:off x="6215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758C1BDF-EF25-CA42-9F2D-7019E1CB2A4F}"/>
              </a:ext>
            </a:extLst>
          </p:cNvPr>
          <p:cNvSpPr/>
          <p:nvPr userDrawn="1"/>
        </p:nvSpPr>
        <p:spPr>
          <a:xfrm>
            <a:off x="9053612" y="1559708"/>
            <a:ext cx="2595600" cy="4140000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0" i="0">
              <a:latin typeface="Outfit" pitchFamily="2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27FB02-43BA-1245-86BD-D01B72AFD9E3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F43E1D9-2D79-DD48-A617-D84BD2086AA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="1" i="0">
                <a:solidFill>
                  <a:schemeClr val="bg1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2" name="Picture Placeholder 8">
            <a:extLst>
              <a:ext uri="{FF2B5EF4-FFF2-40B4-BE49-F238E27FC236}">
                <a16:creationId xmlns:a16="http://schemas.microsoft.com/office/drawing/2014/main" id="{C9CA13CB-8C00-CD4B-9D40-FC08F3139DFC}"/>
              </a:ext>
            </a:extLst>
          </p:cNvPr>
          <p:cNvSpPr>
            <a:spLocks noGrp="1"/>
          </p:cNvSpPr>
          <p:nvPr>
            <p:ph type="pic" sz="quarter" idx="39" hasCustomPrompt="1"/>
          </p:nvPr>
        </p:nvSpPr>
        <p:spPr>
          <a:xfrm>
            <a:off x="539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3" name="Picture Placeholder 8">
            <a:extLst>
              <a:ext uri="{FF2B5EF4-FFF2-40B4-BE49-F238E27FC236}">
                <a16:creationId xmlns:a16="http://schemas.microsoft.com/office/drawing/2014/main" id="{C79B3082-2575-CD4D-82FD-060E52F346B3}"/>
              </a:ext>
            </a:extLst>
          </p:cNvPr>
          <p:cNvSpPr>
            <a:spLocks noGrp="1"/>
          </p:cNvSpPr>
          <p:nvPr>
            <p:ph type="pic" sz="quarter" idx="40" hasCustomPrompt="1"/>
          </p:nvPr>
        </p:nvSpPr>
        <p:spPr>
          <a:xfrm>
            <a:off x="3377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7" name="Picture Placeholder 8">
            <a:extLst>
              <a:ext uri="{FF2B5EF4-FFF2-40B4-BE49-F238E27FC236}">
                <a16:creationId xmlns:a16="http://schemas.microsoft.com/office/drawing/2014/main" id="{A6EA296C-0208-1642-BD53-F255A6B23F27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6215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30" name="Picture Placeholder 8">
            <a:extLst>
              <a:ext uri="{FF2B5EF4-FFF2-40B4-BE49-F238E27FC236}">
                <a16:creationId xmlns:a16="http://schemas.microsoft.com/office/drawing/2014/main" id="{F29F929B-85D7-214E-B664-982C585CBF41}"/>
              </a:ext>
            </a:extLst>
          </p:cNvPr>
          <p:cNvSpPr>
            <a:spLocks noGrp="1"/>
          </p:cNvSpPr>
          <p:nvPr>
            <p:ph type="pic" sz="quarter" idx="42" hasCustomPrompt="1"/>
          </p:nvPr>
        </p:nvSpPr>
        <p:spPr>
          <a:xfrm>
            <a:off x="9053612" y="4079708"/>
            <a:ext cx="2595600" cy="162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ADA790-34AA-4AD5-AE1A-C56B11D383B5}"/>
              </a:ext>
            </a:extLst>
          </p:cNvPr>
          <p:cNvSpPr>
            <a:spLocks noGrp="1"/>
          </p:cNvSpPr>
          <p:nvPr>
            <p:ph type="ftr" sz="quarter" idx="43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292802BC-5586-DC4F-8C9A-66962199AAB7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735577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33" name="Text Placeholder 9">
            <a:extLst>
              <a:ext uri="{FF2B5EF4-FFF2-40B4-BE49-F238E27FC236}">
                <a16:creationId xmlns:a16="http://schemas.microsoft.com/office/drawing/2014/main" id="{021D97E4-4F7C-D14C-8A1B-26495913D8A6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84794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18B00457-CC8C-BD40-A4A0-46EEE361A9D0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9420759" y="1919708"/>
            <a:ext cx="1875600" cy="1800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b="1" i="0">
                <a:latin typeface="Outfit Semi Bold" pitchFamily="2" charset="0"/>
              </a:defRPr>
            </a:lvl1pPr>
            <a:lvl2pPr marL="1728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2pPr>
            <a:lvl3pPr marL="3456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3pPr>
            <a:lvl4pPr marL="518400" indent="-172800">
              <a:buFont typeface="Arial" panose="020B0604020202020204" pitchFamily="34" charset="0"/>
              <a:buChar char="•"/>
              <a:defRPr b="0" i="0">
                <a:latin typeface="Outfit" pitchFamily="2" charset="0"/>
              </a:defRPr>
            </a:lvl4pPr>
            <a:lvl5pPr marL="691200" indent="-171450">
              <a:buFont typeface="Cambria" panose="02040503050406030204" pitchFamily="18" charset="0"/>
              <a:buChar char="⎼"/>
              <a:defRPr b="0" i="0">
                <a:latin typeface="Outfit" pitchFamily="2" charset="0"/>
              </a:defRPr>
            </a:lvl5pPr>
            <a:lvl6pPr>
              <a:defRPr/>
            </a:lvl6pPr>
            <a:lvl7pPr>
              <a:defRPr/>
            </a:lvl7pPr>
          </a:lstStyle>
          <a:p>
            <a:pPr lvl="0"/>
            <a:r>
              <a:rPr lang="en-US"/>
              <a:t>Column title</a:t>
            </a:r>
          </a:p>
          <a:p>
            <a:pPr lvl="1"/>
            <a:r>
              <a:rPr lang="en-US"/>
              <a:t>First level bullet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  <a:p>
            <a:pPr lvl="4"/>
            <a:r>
              <a:rPr lang="en-US"/>
              <a:t>Fourth level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E830BA4-626D-9834-92B4-F2127779935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5612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eatured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B81CF5-1AFE-234F-84AB-744A22E7AB58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705C9339-FC05-ED49-BF74-66C53345D1E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000" y="1558799"/>
            <a:ext cx="57600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1AB26CE-9663-6D4C-9A82-80F5A0ACC64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0000" y="630000"/>
            <a:ext cx="5760000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053A78D-F952-1740-9FCA-32639CDC2A83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6839225" y="0"/>
            <a:ext cx="5349600" cy="594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EE2D877-8629-48C6-84BC-023F66D0F009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72240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2-column featured produ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8">
            <a:extLst>
              <a:ext uri="{FF2B5EF4-FFF2-40B4-BE49-F238E27FC236}">
                <a16:creationId xmlns:a16="http://schemas.microsoft.com/office/drawing/2014/main" id="{BF407E25-2EE8-9B4B-A48F-7812170B54D9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0" y="0"/>
            <a:ext cx="5349600" cy="5940000"/>
          </a:xfrm>
          <a:prstGeom prst="rect">
            <a:avLst/>
          </a:prstGeom>
          <a:solidFill>
            <a:schemeClr val="accent5"/>
          </a:solidFill>
        </p:spPr>
        <p:txBody>
          <a:bodyPr anchor="ctr"/>
          <a:lstStyle>
            <a:lvl1pPr marL="0" indent="0" algn="ctr">
              <a:buNone/>
              <a:defRPr sz="1400" b="0" i="0">
                <a:solidFill>
                  <a:schemeClr val="bg1"/>
                </a:solidFill>
                <a:latin typeface="Outfit" pitchFamily="2" charset="0"/>
              </a:defRPr>
            </a:lvl1pPr>
          </a:lstStyle>
          <a:p>
            <a:r>
              <a:rPr lang="en-US"/>
              <a:t>Picture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B49DE1C-F950-5B42-8EC5-830A24C277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88921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A0C36BAE-7D3E-9341-A555-48106F41832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053612" y="1558799"/>
            <a:ext cx="2595600" cy="4140000"/>
          </a:xfrm>
          <a:prstGeom prst="rect">
            <a:avLst/>
          </a:prstGeom>
        </p:spPr>
        <p:txBody>
          <a:bodyPr/>
          <a:lstStyle>
            <a:lvl1pPr>
              <a:defRPr b="0" i="0">
                <a:latin typeface="Outfit" pitchFamily="2" charset="0"/>
              </a:defRPr>
            </a:lvl1pPr>
            <a:lvl2pPr>
              <a:defRPr b="0" i="0">
                <a:latin typeface="Outfit" pitchFamily="2" charset="0"/>
              </a:defRPr>
            </a:lvl2pPr>
            <a:lvl3pPr>
              <a:defRPr b="0" i="0">
                <a:latin typeface="Outfit" pitchFamily="2" charset="0"/>
              </a:defRPr>
            </a:lvl3pPr>
            <a:lvl4pPr>
              <a:defRPr b="0" i="0">
                <a:latin typeface="Outfit" pitchFamily="2" charset="0"/>
              </a:defRPr>
            </a:lvl4pPr>
            <a:lvl5pPr>
              <a:defRPr b="0" i="0">
                <a:latin typeface="Outfit" pitchFamily="2" charset="0"/>
              </a:defRPr>
            </a:lvl5pPr>
            <a:lvl6pPr>
              <a:defRPr b="0" i="0">
                <a:latin typeface="Outfit" pitchFamily="2" charset="0"/>
              </a:defRPr>
            </a:lvl6pPr>
            <a:lvl7pPr>
              <a:defRPr b="0" i="0">
                <a:latin typeface="Outfit" pitchFamily="2" charset="0"/>
              </a:defRPr>
            </a:lvl7pPr>
          </a:lstStyle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D12A7-8895-0F48-BB2F-D9FF3668E583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AC7CD1A-DFD6-EB4F-BC37-497E4ABCD5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9212" y="630000"/>
            <a:ext cx="5760388" cy="455509"/>
          </a:xfrm>
        </p:spPr>
        <p:txBody>
          <a:bodyPr/>
          <a:lstStyle>
            <a:lvl1pPr>
              <a:defRPr b="1" i="0">
                <a:solidFill>
                  <a:schemeClr val="accent2"/>
                </a:solidFill>
              </a:defRPr>
            </a:lvl1pPr>
          </a:lstStyle>
          <a:p>
            <a:r>
              <a:rPr lang="en-US"/>
              <a:t>Slide title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A45D256-961D-4EAB-A6A7-1B64C8E8B414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8045C033-E0C3-A86C-276B-830C8EBA527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724367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 5"/>
          <p:cNvSpPr>
            <a:spLocks/>
          </p:cNvSpPr>
          <p:nvPr userDrawn="1"/>
        </p:nvSpPr>
        <p:spPr bwMode="auto">
          <a:xfrm>
            <a:off x="124918" y="1588"/>
            <a:ext cx="12192000" cy="6856412"/>
          </a:xfrm>
          <a:custGeom>
            <a:avLst/>
            <a:gdLst>
              <a:gd name="T0" fmla="*/ 856 w 1281"/>
              <a:gd name="T1" fmla="*/ 16 h 720"/>
              <a:gd name="T2" fmla="*/ 856 w 1281"/>
              <a:gd name="T3" fmla="*/ 0 h 720"/>
              <a:gd name="T4" fmla="*/ 1281 w 1281"/>
              <a:gd name="T5" fmla="*/ 0 h 720"/>
              <a:gd name="T6" fmla="*/ 1281 w 1281"/>
              <a:gd name="T7" fmla="*/ 720 h 720"/>
              <a:gd name="T8" fmla="*/ 1 w 1281"/>
              <a:gd name="T9" fmla="*/ 720 h 720"/>
              <a:gd name="T10" fmla="*/ 0 w 1281"/>
              <a:gd name="T11" fmla="*/ 517 h 720"/>
              <a:gd name="T12" fmla="*/ 681 w 1281"/>
              <a:gd name="T13" fmla="*/ 269 h 720"/>
              <a:gd name="T14" fmla="*/ 856 w 1281"/>
              <a:gd name="T15" fmla="*/ 16 h 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281" h="720">
                <a:moveTo>
                  <a:pt x="856" y="16"/>
                </a:moveTo>
                <a:cubicBezTo>
                  <a:pt x="856" y="0"/>
                  <a:pt x="856" y="0"/>
                  <a:pt x="856" y="0"/>
                </a:cubicBezTo>
                <a:cubicBezTo>
                  <a:pt x="1281" y="0"/>
                  <a:pt x="1281" y="0"/>
                  <a:pt x="1281" y="0"/>
                </a:cubicBezTo>
                <a:cubicBezTo>
                  <a:pt x="1281" y="720"/>
                  <a:pt x="1281" y="720"/>
                  <a:pt x="1281" y="720"/>
                </a:cubicBezTo>
                <a:cubicBezTo>
                  <a:pt x="1" y="720"/>
                  <a:pt x="1" y="720"/>
                  <a:pt x="1" y="720"/>
                </a:cubicBezTo>
                <a:cubicBezTo>
                  <a:pt x="0" y="517"/>
                  <a:pt x="0" y="517"/>
                  <a:pt x="0" y="517"/>
                </a:cubicBezTo>
                <a:cubicBezTo>
                  <a:pt x="681" y="269"/>
                  <a:pt x="681" y="269"/>
                  <a:pt x="681" y="269"/>
                </a:cubicBezTo>
                <a:cubicBezTo>
                  <a:pt x="784" y="230"/>
                  <a:pt x="856" y="132"/>
                  <a:pt x="856" y="16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b="0" i="0">
              <a:latin typeface="Outfit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ED12A7-8895-0F48-BB2F-D9FF3668E583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 b="0" i="0"/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1AC7CD1A-DFD6-EB4F-BC37-497E4ABCD56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20918" y="3204521"/>
            <a:ext cx="5428293" cy="455509"/>
          </a:xfrm>
        </p:spPr>
        <p:txBody>
          <a:bodyPr/>
          <a:lstStyle>
            <a:lvl1pPr>
              <a:defRPr b="1" i="0"/>
            </a:lvl1pPr>
          </a:lstStyle>
          <a:p>
            <a:r>
              <a:rPr lang="en-US"/>
              <a:t>“Quote copy”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5ED78CFF-11B0-A249-B69A-83016A099C17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220918" y="5243290"/>
            <a:ext cx="2595600" cy="4555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="0" i="0">
                <a:latin typeface="Outfit" pitchFamily="2" charset="0"/>
              </a:defRPr>
            </a:lvl1pPr>
            <a:lvl2pPr marL="172800" indent="0" algn="l">
              <a:buNone/>
              <a:defRPr/>
            </a:lvl2pPr>
            <a:lvl3pPr>
              <a:defRPr/>
            </a:lvl3pPr>
          </a:lstStyle>
          <a:p>
            <a:pPr lvl="0"/>
            <a:r>
              <a:rPr lang="en-US"/>
              <a:t>—Author</a:t>
            </a:r>
          </a:p>
        </p:txBody>
      </p:sp>
      <p:sp>
        <p:nvSpPr>
          <p:cNvPr id="8" name="AutoShape 3"/>
          <p:cNvSpPr>
            <a:spLocks noChangeAspect="1" noChangeArrowheads="1" noTextEdit="1"/>
          </p:cNvSpPr>
          <p:nvPr userDrawn="1"/>
        </p:nvSpPr>
        <p:spPr bwMode="auto">
          <a:xfrm>
            <a:off x="0" y="1588"/>
            <a:ext cx="12192000" cy="685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CA" b="0" i="0">
              <a:latin typeface="Outfit" pitchFamily="2" charset="0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FC91AC6-DD39-4C81-9B82-89D2198217C8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>
            <a:lvl1pPr>
              <a:defRPr b="0" i="0"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6" name="Graphic 3">
            <a:extLst>
              <a:ext uri="{FF2B5EF4-FFF2-40B4-BE49-F238E27FC236}">
                <a16:creationId xmlns:a16="http://schemas.microsoft.com/office/drawing/2014/main" id="{04AC12C8-0CFA-5617-5CAD-855F05BCE0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35788" y="319531"/>
            <a:ext cx="3409960" cy="1127131"/>
          </a:xfrm>
          <a:prstGeom prst="rect">
            <a:avLst/>
          </a:prstGeom>
        </p:spPr>
      </p:pic>
      <p:pic>
        <p:nvPicPr>
          <p:cNvPr id="10" name="Graphic 3">
            <a:extLst>
              <a:ext uri="{FF2B5EF4-FFF2-40B4-BE49-F238E27FC236}">
                <a16:creationId xmlns:a16="http://schemas.microsoft.com/office/drawing/2014/main" id="{0893FEC4-E581-9A40-F1A3-8AF2999E863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38220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1">
            <a:extLst>
              <a:ext uri="{FF2B5EF4-FFF2-40B4-BE49-F238E27FC236}">
                <a16:creationId xmlns:a16="http://schemas.microsoft.com/office/drawing/2014/main" id="{AF3FAA82-7134-BA07-CC0B-073025E0C1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24373" y="2739343"/>
            <a:ext cx="4168775" cy="1377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18187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theme" Target="../theme/theme1.xml"/><Relationship Id="rId44" Type="http://schemas.openxmlformats.org/officeDocument/2006/relationships/tags" Target="../tags/tag2.xml"/><Relationship Id="rId45" Type="http://schemas.openxmlformats.org/officeDocument/2006/relationships/image" Target="../media/image1.emf"/><Relationship Id="rId46" Type="http://schemas.openxmlformats.org/officeDocument/2006/relationships/oleObject" Target="../embeddings/oleObject1.bin"/><Relationship Id="rId47" Type="http://schemas.openxmlformats.org/officeDocument/2006/relationships/image" Target="../media/image2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Relationship Id="rId2" Type="http://schemas.openxmlformats.org/officeDocument/2006/relationships/slideLayout" Target="../slideLayouts/slideLayout44.xml"/><Relationship Id="rId3" Type="http://schemas.openxmlformats.org/officeDocument/2006/relationships/slideLayout" Target="../slideLayouts/slideLayout45.xml"/><Relationship Id="rId4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7.xml"/><Relationship Id="rId6" Type="http://schemas.openxmlformats.org/officeDocument/2006/relationships/slideLayout" Target="../slideLayouts/slideLayout48.xml"/><Relationship Id="rId7" Type="http://schemas.openxmlformats.org/officeDocument/2006/relationships/slideLayout" Target="../slideLayouts/slideLayout49.xml"/><Relationship Id="rId8" Type="http://schemas.openxmlformats.org/officeDocument/2006/relationships/slideLayout" Target="../slideLayouts/slideLayout50.xml"/><Relationship Id="rId9" Type="http://schemas.openxmlformats.org/officeDocument/2006/relationships/slideLayout" Target="../slideLayouts/slideLayout51.xml"/><Relationship Id="rId10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53.xml"/><Relationship Id="rId12" Type="http://schemas.openxmlformats.org/officeDocument/2006/relationships/slideLayout" Target="../slideLayouts/slideLayout54.xml"/><Relationship Id="rId13" Type="http://schemas.openxmlformats.org/officeDocument/2006/relationships/slideLayout" Target="../slideLayouts/slideLayout55.xml"/><Relationship Id="rId14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57.xml"/><Relationship Id="rId16" Type="http://schemas.openxmlformats.org/officeDocument/2006/relationships/slideLayout" Target="../slideLayouts/slideLayout58.xml"/><Relationship Id="rId17" Type="http://schemas.openxmlformats.org/officeDocument/2006/relationships/slideLayout" Target="../slideLayouts/slideLayout59.xml"/><Relationship Id="rId18" Type="http://schemas.openxmlformats.org/officeDocument/2006/relationships/slideLayout" Target="../slideLayouts/slideLayout60.xml"/><Relationship Id="rId19" Type="http://schemas.openxmlformats.org/officeDocument/2006/relationships/slideLayout" Target="../slideLayouts/slideLayout61.xml"/><Relationship Id="rId20" Type="http://schemas.openxmlformats.org/officeDocument/2006/relationships/slideLayout" Target="../slideLayouts/slideLayout62.xml"/><Relationship Id="rId21" Type="http://schemas.openxmlformats.org/officeDocument/2006/relationships/slideLayout" Target="../slideLayouts/slideLayout63.xml"/><Relationship Id="rId22" Type="http://schemas.openxmlformats.org/officeDocument/2006/relationships/slideLayout" Target="../slideLayouts/slideLayout64.xml"/><Relationship Id="rId23" Type="http://schemas.openxmlformats.org/officeDocument/2006/relationships/slideLayout" Target="../slideLayouts/slideLayout65.xml"/><Relationship Id="rId24" Type="http://schemas.openxmlformats.org/officeDocument/2006/relationships/slideLayout" Target="../slideLayouts/slideLayout66.xml"/><Relationship Id="rId25" Type="http://schemas.openxmlformats.org/officeDocument/2006/relationships/slideLayout" Target="../slideLayouts/slideLayout67.xml"/><Relationship Id="rId26" Type="http://schemas.openxmlformats.org/officeDocument/2006/relationships/slideLayout" Target="../slideLayouts/slideLayout68.xml"/><Relationship Id="rId27" Type="http://schemas.openxmlformats.org/officeDocument/2006/relationships/slideLayout" Target="../slideLayouts/slideLayout69.xml"/><Relationship Id="rId28" Type="http://schemas.openxmlformats.org/officeDocument/2006/relationships/slideLayout" Target="../slideLayouts/slideLayout70.xml"/><Relationship Id="rId29" Type="http://schemas.openxmlformats.org/officeDocument/2006/relationships/slideLayout" Target="../slideLayouts/slideLayout71.xml"/><Relationship Id="rId30" Type="http://schemas.openxmlformats.org/officeDocument/2006/relationships/slideLayout" Target="../slideLayouts/slideLayout72.xml"/><Relationship Id="rId31" Type="http://schemas.openxmlformats.org/officeDocument/2006/relationships/slideLayout" Target="../slideLayouts/slideLayout73.xml"/><Relationship Id="rId32" Type="http://schemas.openxmlformats.org/officeDocument/2006/relationships/slideLayout" Target="../slideLayouts/slideLayout74.xml"/><Relationship Id="rId33" Type="http://schemas.openxmlformats.org/officeDocument/2006/relationships/slideLayout" Target="../slideLayouts/slideLayout75.xml"/><Relationship Id="rId34" Type="http://schemas.openxmlformats.org/officeDocument/2006/relationships/theme" Target="../theme/theme2.xml"/><Relationship Id="rId35" Type="http://schemas.openxmlformats.org/officeDocument/2006/relationships/tags" Target="../tags/tag4.xml"/><Relationship Id="rId36" Type="http://schemas.openxmlformats.org/officeDocument/2006/relationships/oleObject" Target="../embeddings/oleObject1.bin"/><Relationship Id="rId37" Type="http://schemas.openxmlformats.org/officeDocument/2006/relationships/image" Target="../media/image2.emf"/><Relationship Id="rId38" Type="http://schemas.openxmlformats.org/officeDocument/2006/relationships/image" Target="../media/image15.png"/><Relationship Id="rId39" Type="http://schemas.openxmlformats.org/officeDocument/2006/relationships/image" Target="../media/image16.svg"/><Relationship Id="rId40" Type="http://schemas.openxmlformats.org/officeDocument/2006/relationships/image" Target="../media/image12.em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6.xml"/><Relationship Id="rId2" Type="http://schemas.openxmlformats.org/officeDocument/2006/relationships/slideLayout" Target="../slideLayouts/slideLayout77.xml"/><Relationship Id="rId3" Type="http://schemas.openxmlformats.org/officeDocument/2006/relationships/slideLayout" Target="../slideLayouts/slideLayout78.xml"/><Relationship Id="rId4" Type="http://schemas.openxmlformats.org/officeDocument/2006/relationships/slideLayout" Target="../slideLayouts/slideLayout79.xml"/><Relationship Id="rId5" Type="http://schemas.openxmlformats.org/officeDocument/2006/relationships/slideLayout" Target="../slideLayouts/slideLayout80.xml"/><Relationship Id="rId6" Type="http://schemas.openxmlformats.org/officeDocument/2006/relationships/slideLayout" Target="../slideLayouts/slideLayout81.xml"/><Relationship Id="rId7" Type="http://schemas.openxmlformats.org/officeDocument/2006/relationships/slideLayout" Target="../slideLayouts/slideLayout82.xml"/><Relationship Id="rId8" Type="http://schemas.openxmlformats.org/officeDocument/2006/relationships/slideLayout" Target="../slideLayouts/slideLayout83.xml"/><Relationship Id="rId9" Type="http://schemas.openxmlformats.org/officeDocument/2006/relationships/slideLayout" Target="../slideLayouts/slideLayout84.xml"/><Relationship Id="rId10" Type="http://schemas.openxmlformats.org/officeDocument/2006/relationships/slideLayout" Target="../slideLayouts/slideLayout85.xml"/><Relationship Id="rId11" Type="http://schemas.openxmlformats.org/officeDocument/2006/relationships/slideLayout" Target="../slideLayouts/slideLayout86.xml"/><Relationship Id="rId12" Type="http://schemas.openxmlformats.org/officeDocument/2006/relationships/slideLayout" Target="../slideLayouts/slideLayout87.xml"/><Relationship Id="rId13" Type="http://schemas.openxmlformats.org/officeDocument/2006/relationships/slideLayout" Target="../slideLayouts/slideLayout88.xml"/><Relationship Id="rId14" Type="http://schemas.openxmlformats.org/officeDocument/2006/relationships/slideLayout" Target="../slideLayouts/slideLayout89.xml"/><Relationship Id="rId15" Type="http://schemas.openxmlformats.org/officeDocument/2006/relationships/slideLayout" Target="../slideLayouts/slideLayout90.xml"/><Relationship Id="rId16" Type="http://schemas.openxmlformats.org/officeDocument/2006/relationships/slideLayout" Target="../slideLayouts/slideLayout91.xml"/><Relationship Id="rId17" Type="http://schemas.openxmlformats.org/officeDocument/2006/relationships/slideLayout" Target="../slideLayouts/slideLayout92.xml"/><Relationship Id="rId18" Type="http://schemas.openxmlformats.org/officeDocument/2006/relationships/slideLayout" Target="../slideLayouts/slideLayout93.xml"/><Relationship Id="rId19" Type="http://schemas.openxmlformats.org/officeDocument/2006/relationships/slideLayout" Target="../slideLayouts/slideLayout94.xml"/><Relationship Id="rId20" Type="http://schemas.openxmlformats.org/officeDocument/2006/relationships/slideLayout" Target="../slideLayouts/slideLayout95.xml"/><Relationship Id="rId21" Type="http://schemas.openxmlformats.org/officeDocument/2006/relationships/slideLayout" Target="../slideLayouts/slideLayout96.xml"/><Relationship Id="rId22" Type="http://schemas.openxmlformats.org/officeDocument/2006/relationships/slideLayout" Target="../slideLayouts/slideLayout97.xml"/><Relationship Id="rId23" Type="http://schemas.openxmlformats.org/officeDocument/2006/relationships/slideLayout" Target="../slideLayouts/slideLayout98.xml"/><Relationship Id="rId24" Type="http://schemas.openxmlformats.org/officeDocument/2006/relationships/slideLayout" Target="../slideLayouts/slideLayout99.xml"/><Relationship Id="rId25" Type="http://schemas.openxmlformats.org/officeDocument/2006/relationships/slideLayout" Target="../slideLayouts/slideLayout100.xml"/><Relationship Id="rId26" Type="http://schemas.openxmlformats.org/officeDocument/2006/relationships/slideLayout" Target="../slideLayouts/slideLayout101.xml"/><Relationship Id="rId27" Type="http://schemas.openxmlformats.org/officeDocument/2006/relationships/slideLayout" Target="../slideLayouts/slideLayout102.xml"/><Relationship Id="rId28" Type="http://schemas.openxmlformats.org/officeDocument/2006/relationships/slideLayout" Target="../slideLayouts/slideLayout103.xml"/><Relationship Id="rId29" Type="http://schemas.openxmlformats.org/officeDocument/2006/relationships/slideLayout" Target="../slideLayouts/slideLayout104.xml"/><Relationship Id="rId30" Type="http://schemas.openxmlformats.org/officeDocument/2006/relationships/slideLayout" Target="../slideLayouts/slideLayout105.xml"/><Relationship Id="rId31" Type="http://schemas.openxmlformats.org/officeDocument/2006/relationships/slideLayout" Target="../slideLayouts/slideLayout106.xml"/><Relationship Id="rId32" Type="http://schemas.openxmlformats.org/officeDocument/2006/relationships/slideLayout" Target="../slideLayouts/slideLayout107.xml"/><Relationship Id="rId33" Type="http://schemas.openxmlformats.org/officeDocument/2006/relationships/slideLayout" Target="../slideLayouts/slideLayout108.xml"/><Relationship Id="rId34" Type="http://schemas.openxmlformats.org/officeDocument/2006/relationships/theme" Target="../theme/theme3.xml"/><Relationship Id="rId35" Type="http://schemas.openxmlformats.org/officeDocument/2006/relationships/tags" Target="../tags/tag6.xml"/><Relationship Id="rId36" Type="http://schemas.openxmlformats.org/officeDocument/2006/relationships/oleObject" Target="../embeddings/oleObject1.bin"/><Relationship Id="rId37" Type="http://schemas.openxmlformats.org/officeDocument/2006/relationships/image" Target="../media/image2.emf"/><Relationship Id="rId38" Type="http://schemas.openxmlformats.org/officeDocument/2006/relationships/image" Target="../media/image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F8625BA-3F54-039D-C619-AF38506C8CC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5"/>
          <a:srcRect b="1190"/>
          <a:stretch/>
        </p:blipFill>
        <p:spPr>
          <a:xfrm>
            <a:off x="-1" y="0"/>
            <a:ext cx="12188825" cy="6858000"/>
          </a:xfrm>
          <a:prstGeom prst="rect">
            <a:avLst/>
          </a:prstGeom>
        </p:spPr>
      </p:pic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893BDE5B-5DEA-43DE-BA7A-349931F731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4"/>
            </p:custDataLst>
            <p:extLst>
              <p:ext uri="{D42A27DB-BD31-4B8C-83A1-F6EECF244321}">
                <p14:modId xmlns:p14="http://schemas.microsoft.com/office/powerpoint/2010/main" val="15568924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6" imgW="435" imgH="435" progId="TCLayout.ActiveDocument.1">
                  <p:embed/>
                </p:oleObj>
              </mc:Choice>
              <mc:Fallback>
                <p:oleObj name="think-cell Slide" r:id="rId46" imgW="435" imgH="435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893BDE5B-5DEA-43DE-BA7A-349931F731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0000" y="630000"/>
            <a:ext cx="11109600" cy="455509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/>
          <a:p>
            <a:r>
              <a:rPr lang="en-CA"/>
              <a:t>Slide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9612" y="6299143"/>
            <a:ext cx="253602" cy="1538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l">
              <a:defRPr sz="1000" b="0" i="0" spc="-13" baseline="0">
                <a:solidFill>
                  <a:schemeClr val="tx1"/>
                </a:solidFill>
                <a:latin typeface="Outfit Semi Bold" pitchFamily="2" charset="0"/>
                <a:cs typeface="Poppins" pitchFamily="2" charset="77"/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DC04FB-F95A-7644-A8D0-8254923AA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612" y="1541495"/>
            <a:ext cx="10512425" cy="435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32EDD-2D31-4A31-B97E-C37BA8A2AA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97364" y="6299143"/>
            <a:ext cx="8321040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>
                    <a:tint val="75000"/>
                  </a:schemeClr>
                </a:solidFill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8613EB0-8C7B-98DB-A67D-0776BB7AE56B}"/>
              </a:ext>
            </a:extLst>
          </p:cNvPr>
          <p:cNvCxnSpPr>
            <a:cxnSpLocks/>
          </p:cNvCxnSpPr>
          <p:nvPr userDrawn="1"/>
        </p:nvCxnSpPr>
        <p:spPr>
          <a:xfrm>
            <a:off x="234694" y="449276"/>
            <a:ext cx="11719436" cy="0"/>
          </a:xfrm>
          <a:prstGeom prst="line">
            <a:avLst/>
          </a:prstGeom>
          <a:ln w="3175">
            <a:solidFill>
              <a:srgbClr val="2379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982C8489-646A-4BCD-B1C4-872A8A94546B}"/>
              </a:ext>
            </a:extLst>
          </p:cNvPr>
          <p:cNvSpPr txBox="1"/>
          <p:nvPr userDrawn="1"/>
        </p:nvSpPr>
        <p:spPr>
          <a:xfrm>
            <a:off x="9413904" y="103815"/>
            <a:ext cx="25549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000" b="0" i="0">
                <a:solidFill>
                  <a:srgbClr val="2379BE"/>
                </a:solidFill>
                <a:effectLst/>
                <a:latin typeface="Outfit ExtraLight" pitchFamily="2" charset="0"/>
                <a:ea typeface="Open Sans" panose="020B0606030504020204" pitchFamily="34" charset="0"/>
                <a:cs typeface="Biryani Light" pitchFamily="2" charset="77"/>
              </a:rPr>
              <a:t>Investor Deck | August 2024</a:t>
            </a:r>
            <a:endParaRPr lang="en-US" sz="1000" b="0" i="0">
              <a:solidFill>
                <a:srgbClr val="2379BE"/>
              </a:solidFill>
              <a:effectLst/>
              <a:latin typeface="Outfit ExtraLight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29362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71" r:id="rId1"/>
    <p:sldLayoutId id="2147483773" r:id="rId2"/>
    <p:sldLayoutId id="2147483838" r:id="rId3"/>
    <p:sldLayoutId id="2147483866" r:id="rId4"/>
    <p:sldLayoutId id="2147483867" r:id="rId5"/>
    <p:sldLayoutId id="2147483827" r:id="rId6"/>
    <p:sldLayoutId id="2147483775" r:id="rId7"/>
    <p:sldLayoutId id="2147483868" r:id="rId8"/>
    <p:sldLayoutId id="2147483849" r:id="rId9"/>
    <p:sldLayoutId id="2147483846" r:id="rId10"/>
    <p:sldLayoutId id="2147483864" r:id="rId11"/>
    <p:sldLayoutId id="2147483865" r:id="rId12"/>
    <p:sldLayoutId id="2147483769" r:id="rId13"/>
    <p:sldLayoutId id="2147483843" r:id="rId14"/>
    <p:sldLayoutId id="2147483850" r:id="rId15"/>
    <p:sldLayoutId id="2147483939" r:id="rId16"/>
    <p:sldLayoutId id="2147483938" r:id="rId17"/>
    <p:sldLayoutId id="2147483937" r:id="rId18"/>
    <p:sldLayoutId id="2147483851" r:id="rId19"/>
    <p:sldLayoutId id="2147483787" r:id="rId20"/>
    <p:sldLayoutId id="2147483847" r:id="rId21"/>
    <p:sldLayoutId id="2147483808" r:id="rId22"/>
    <p:sldLayoutId id="2147483809" r:id="rId23"/>
    <p:sldLayoutId id="2147483780" r:id="rId24"/>
    <p:sldLayoutId id="2147483778" r:id="rId25"/>
    <p:sldLayoutId id="2147483781" r:id="rId26"/>
    <p:sldLayoutId id="2147483782" r:id="rId27"/>
    <p:sldLayoutId id="2147483779" r:id="rId28"/>
    <p:sldLayoutId id="2147483783" r:id="rId29"/>
    <p:sldLayoutId id="2147483813" r:id="rId30"/>
    <p:sldLayoutId id="2147483814" r:id="rId31"/>
    <p:sldLayoutId id="2147483815" r:id="rId32"/>
    <p:sldLayoutId id="2147483840" r:id="rId33"/>
    <p:sldLayoutId id="2147483792" r:id="rId34"/>
    <p:sldLayoutId id="2147483857" r:id="rId35"/>
    <p:sldLayoutId id="2147483772" r:id="rId36"/>
    <p:sldLayoutId id="2147483940" r:id="rId37"/>
    <p:sldLayoutId id="2147483941" r:id="rId38"/>
    <p:sldLayoutId id="2147483942" r:id="rId39"/>
    <p:sldLayoutId id="2147483943" r:id="rId40"/>
    <p:sldLayoutId id="2147483944" r:id="rId41"/>
    <p:sldLayoutId id="2147483945" r:id="rId42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dt="0"/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accent2"/>
          </a:solidFill>
          <a:latin typeface="Outfit Semi Bold" pitchFamily="2" charset="0"/>
          <a:ea typeface="+mj-ea"/>
          <a:cs typeface="Poppins SemiBold" pitchFamily="2" charset="77"/>
        </a:defRPr>
      </a:lvl1pPr>
    </p:titleStyle>
    <p:bodyStyle>
      <a:lvl1pPr marL="172800" indent="-17280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Poppins SemiBold" pitchFamily="2" charset="77"/>
        </a:defRPr>
      </a:lvl1pPr>
      <a:lvl2pPr marL="345600" indent="-17280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Cambria" panose="02040503050406030204" pitchFamily="18" charset="0"/>
        <a:buChar char="⎻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2pPr>
      <a:lvl3pPr marL="518400" indent="-17145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SzPct val="100000"/>
        <a:buFont typeface="Arial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3pPr>
      <a:lvl4pPr marL="691200" indent="-17145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Cambria Math" panose="02040503050406030204" pitchFamily="18" charset="0"/>
        <a:buChar char="⎯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4pPr>
      <a:lvl5pPr marL="864000" indent="-17145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SzPct val="100000"/>
        <a:buFont typeface="Arial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5pPr>
      <a:lvl6pPr marL="10368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Cambria Math" panose="02040503050406030204" pitchFamily="18" charset="0"/>
        <a:buChar char="⎯"/>
        <a:defRPr sz="1400" b="0" i="0" kern="1200">
          <a:solidFill>
            <a:schemeClr val="tx1"/>
          </a:solidFill>
          <a:latin typeface="Outfit" pitchFamily="2" charset="0"/>
          <a:ea typeface="+mn-ea"/>
          <a:cs typeface="+mn-cs"/>
        </a:defRPr>
      </a:lvl6pPr>
      <a:lvl7pPr marL="12096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+mn-cs"/>
        </a:defRPr>
      </a:lvl7pPr>
      <a:lvl8pPr marL="13824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Cambria Math" panose="02040503050406030204" pitchFamily="18" charset="0"/>
        <a:buChar char="⎯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5552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7pPr>
      <a:lvl8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893BDE5B-5DEA-43DE-BA7A-349931F731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5"/>
            </p:custDataLst>
            <p:extLst>
              <p:ext uri="{D42A27DB-BD31-4B8C-83A1-F6EECF244321}">
                <p14:modId xmlns:p14="http://schemas.microsoft.com/office/powerpoint/2010/main" val="15568924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6" imgW="435" imgH="435" progId="TCLayout.ActiveDocument.1">
                  <p:embed/>
                </p:oleObj>
              </mc:Choice>
              <mc:Fallback>
                <p:oleObj name="think-cell Slide" r:id="rId36" imgW="435" imgH="435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893BDE5B-5DEA-43DE-BA7A-349931F731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0000" y="630000"/>
            <a:ext cx="11109600" cy="455509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/>
          <a:p>
            <a:r>
              <a:rPr lang="en-CA"/>
              <a:t>Slide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9612" y="6299143"/>
            <a:ext cx="253602" cy="1538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l">
              <a:defRPr sz="1000" b="0" i="0" spc="-13" baseline="0">
                <a:solidFill>
                  <a:schemeClr val="tx1"/>
                </a:solidFill>
                <a:latin typeface="Outfit Semi Bold" pitchFamily="2" charset="0"/>
                <a:cs typeface="Poppins" pitchFamily="2" charset="77"/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DC04FB-F95A-7644-A8D0-8254923AA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612" y="1541495"/>
            <a:ext cx="10512425" cy="435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32EDD-2D31-4A31-B97E-C37BA8A2AA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97364" y="6299143"/>
            <a:ext cx="8321040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>
                    <a:tint val="75000"/>
                  </a:schemeClr>
                </a:solidFill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3DC3037F-5EF5-CB69-8D7C-BF6C5EB982DF}"/>
              </a:ext>
            </a:extLst>
          </p:cNvPr>
          <p:cNvPicPr>
            <a:picLocks noChangeAspect="1"/>
          </p:cNvPicPr>
          <p:nvPr userDrawn="1"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9500291" y="6165365"/>
            <a:ext cx="2148784" cy="43842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7CF4333-7F0D-6D2D-A8E1-86E532F26B1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0"/>
          <a:srcRect l="66855"/>
          <a:stretch/>
        </p:blipFill>
        <p:spPr>
          <a:xfrm>
            <a:off x="-1" y="4758"/>
            <a:ext cx="12188825" cy="685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7440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4" r:id="rId1"/>
    <p:sldLayoutId id="2147483905" r:id="rId2"/>
    <p:sldLayoutId id="2147483906" r:id="rId3"/>
    <p:sldLayoutId id="2147483907" r:id="rId4"/>
    <p:sldLayoutId id="2147483908" r:id="rId5"/>
    <p:sldLayoutId id="2147483909" r:id="rId6"/>
    <p:sldLayoutId id="2147483910" r:id="rId7"/>
    <p:sldLayoutId id="2147483911" r:id="rId8"/>
    <p:sldLayoutId id="2147483912" r:id="rId9"/>
    <p:sldLayoutId id="2147483913" r:id="rId10"/>
    <p:sldLayoutId id="2147483914" r:id="rId11"/>
    <p:sldLayoutId id="2147483915" r:id="rId12"/>
    <p:sldLayoutId id="2147483916" r:id="rId13"/>
    <p:sldLayoutId id="2147483917" r:id="rId14"/>
    <p:sldLayoutId id="2147483918" r:id="rId15"/>
    <p:sldLayoutId id="2147483919" r:id="rId16"/>
    <p:sldLayoutId id="2147483920" r:id="rId17"/>
    <p:sldLayoutId id="2147483921" r:id="rId18"/>
    <p:sldLayoutId id="2147483922" r:id="rId19"/>
    <p:sldLayoutId id="2147483923" r:id="rId20"/>
    <p:sldLayoutId id="2147483924" r:id="rId21"/>
    <p:sldLayoutId id="2147483925" r:id="rId22"/>
    <p:sldLayoutId id="2147483926" r:id="rId23"/>
    <p:sldLayoutId id="2147483927" r:id="rId24"/>
    <p:sldLayoutId id="2147483928" r:id="rId25"/>
    <p:sldLayoutId id="2147483929" r:id="rId26"/>
    <p:sldLayoutId id="2147483930" r:id="rId27"/>
    <p:sldLayoutId id="2147483931" r:id="rId28"/>
    <p:sldLayoutId id="2147483932" r:id="rId29"/>
    <p:sldLayoutId id="2147483933" r:id="rId30"/>
    <p:sldLayoutId id="2147483934" r:id="rId31"/>
    <p:sldLayoutId id="2147483935" r:id="rId32"/>
    <p:sldLayoutId id="2147483936" r:id="rId3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dt="0"/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accent2"/>
          </a:solidFill>
          <a:latin typeface="Outfit Semi Bold" pitchFamily="2" charset="0"/>
          <a:ea typeface="+mj-ea"/>
          <a:cs typeface="Poppins SemiBold" pitchFamily="2" charset="77"/>
        </a:defRPr>
      </a:lvl1pPr>
    </p:titleStyle>
    <p:bodyStyle>
      <a:lvl1pPr marL="172800" indent="-17280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Poppins SemiBold" pitchFamily="2" charset="77"/>
        </a:defRPr>
      </a:lvl1pPr>
      <a:lvl2pPr marL="345600" indent="-17280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Cambria" panose="02040503050406030204" pitchFamily="18" charset="0"/>
        <a:buChar char="⎻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2pPr>
      <a:lvl3pPr marL="518400" indent="-17145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SzPct val="100000"/>
        <a:buFont typeface="Arial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3pPr>
      <a:lvl4pPr marL="691200" indent="-17145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Cambria Math" panose="02040503050406030204" pitchFamily="18" charset="0"/>
        <a:buChar char="⎯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4pPr>
      <a:lvl5pPr marL="864000" indent="-17145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SzPct val="100000"/>
        <a:buFont typeface="Arial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5pPr>
      <a:lvl6pPr marL="10368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Cambria Math" panose="02040503050406030204" pitchFamily="18" charset="0"/>
        <a:buChar char="⎯"/>
        <a:defRPr sz="1400" b="0" i="0" kern="1200">
          <a:solidFill>
            <a:schemeClr val="tx1"/>
          </a:solidFill>
          <a:latin typeface="Outfit" pitchFamily="2" charset="0"/>
          <a:ea typeface="+mn-ea"/>
          <a:cs typeface="+mn-cs"/>
        </a:defRPr>
      </a:lvl6pPr>
      <a:lvl7pPr marL="12096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+mn-cs"/>
        </a:defRPr>
      </a:lvl7pPr>
      <a:lvl8pPr marL="13824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Cambria Math" panose="02040503050406030204" pitchFamily="18" charset="0"/>
        <a:buChar char="⎯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5552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7pPr>
      <a:lvl8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Object 6" hidden="1">
            <a:extLst>
              <a:ext uri="{FF2B5EF4-FFF2-40B4-BE49-F238E27FC236}">
                <a16:creationId xmlns:a16="http://schemas.microsoft.com/office/drawing/2014/main" id="{893BDE5B-5DEA-43DE-BA7A-349931F7315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5"/>
            </p:custDataLst>
            <p:extLst>
              <p:ext uri="{D42A27DB-BD31-4B8C-83A1-F6EECF244321}">
                <p14:modId xmlns:p14="http://schemas.microsoft.com/office/powerpoint/2010/main" val="15568924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6" imgW="435" imgH="435" progId="TCLayout.ActiveDocument.1">
                  <p:embed/>
                </p:oleObj>
              </mc:Choice>
              <mc:Fallback>
                <p:oleObj name="think-cell Slide" r:id="rId36" imgW="435" imgH="435" progId="TCLayout.ActiveDocument.1">
                  <p:embed/>
                  <p:pic>
                    <p:nvPicPr>
                      <p:cNvPr id="7" name="Object 6" hidden="1">
                        <a:extLst>
                          <a:ext uri="{FF2B5EF4-FFF2-40B4-BE49-F238E27FC236}">
                            <a16:creationId xmlns:a16="http://schemas.microsoft.com/office/drawing/2014/main" id="{893BDE5B-5DEA-43DE-BA7A-349931F7315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7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0000" y="630000"/>
            <a:ext cx="11109600" cy="455509"/>
          </a:xfrm>
          <a:prstGeom prst="rect">
            <a:avLst/>
          </a:prstGeom>
        </p:spPr>
        <p:txBody>
          <a:bodyPr vert="horz" lIns="0" tIns="0" rIns="0" bIns="0" rtlCol="0" anchor="ctr" anchorCtr="0">
            <a:spAutoFit/>
          </a:bodyPr>
          <a:lstStyle/>
          <a:p>
            <a:r>
              <a:rPr lang="en-CA"/>
              <a:t>Slide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9612" y="6299143"/>
            <a:ext cx="253602" cy="153888"/>
          </a:xfrm>
          <a:prstGeom prst="rect">
            <a:avLst/>
          </a:prstGeom>
        </p:spPr>
        <p:txBody>
          <a:bodyPr vert="horz" wrap="square" lIns="0" tIns="0" rIns="0" bIns="0" rtlCol="0" anchor="ctr" anchorCtr="0">
            <a:spAutoFit/>
          </a:bodyPr>
          <a:lstStyle>
            <a:lvl1pPr algn="l">
              <a:defRPr sz="1000" b="0" i="0" spc="-13" baseline="0">
                <a:solidFill>
                  <a:schemeClr val="tx1"/>
                </a:solidFill>
                <a:latin typeface="Outfit Semi Bold" pitchFamily="2" charset="0"/>
                <a:cs typeface="Poppins" pitchFamily="2" charset="77"/>
              </a:defRPr>
            </a:lvl1pPr>
          </a:lstStyle>
          <a:p>
            <a:fld id="{00E6A5BD-C011-4A45-AA3A-201790FB7F2B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DC04FB-F95A-7644-A8D0-8254923AA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39612" y="1541495"/>
            <a:ext cx="10512425" cy="435240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First level bullet</a:t>
            </a:r>
          </a:p>
          <a:p>
            <a:pPr lvl="1"/>
            <a:r>
              <a:rPr lang="en-US"/>
              <a:t>Second level bullet</a:t>
            </a:r>
          </a:p>
          <a:p>
            <a:pPr lvl="2"/>
            <a:r>
              <a:rPr lang="en-US"/>
              <a:t>Third level bullet</a:t>
            </a:r>
          </a:p>
          <a:p>
            <a:pPr lvl="3"/>
            <a:r>
              <a:rPr lang="en-US"/>
              <a:t>Fourth level bullet</a:t>
            </a:r>
          </a:p>
          <a:p>
            <a:pPr lvl="4"/>
            <a:r>
              <a:rPr lang="en-US"/>
              <a:t>Fifth level bullet</a:t>
            </a:r>
          </a:p>
          <a:p>
            <a:pPr lvl="5"/>
            <a:r>
              <a:rPr lang="en-US"/>
              <a:t>Sixth level bullet</a:t>
            </a:r>
          </a:p>
          <a:p>
            <a:pPr lvl="6"/>
            <a:r>
              <a:rPr lang="en-US"/>
              <a:t>Seventh level bullet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7332EDD-2D31-4A31-B97E-C37BA8A2AA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97364" y="6299143"/>
            <a:ext cx="8321040" cy="153888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800" b="0" i="0">
                <a:solidFill>
                  <a:schemeClr val="tx1">
                    <a:tint val="75000"/>
                  </a:schemeClr>
                </a:solidFill>
                <a:latin typeface="Outfit" pitchFamily="2" charset="0"/>
              </a:defRPr>
            </a:lvl1pPr>
          </a:lstStyle>
          <a:p>
            <a:r>
              <a:rPr lang="en-GB" spc="-10">
                <a:solidFill>
                  <a:schemeClr val="accent4"/>
                </a:solidFill>
              </a:rPr>
              <a:t>Copyright 2024 </a:t>
            </a:r>
            <a:r>
              <a:rPr lang="en-GB" spc="-10" err="1">
                <a:solidFill>
                  <a:schemeClr val="accent4"/>
                </a:solidFill>
              </a:rPr>
              <a:t>HyFlux</a:t>
            </a:r>
            <a:r>
              <a:rPr lang="en-GB" spc="-10">
                <a:solidFill>
                  <a:schemeClr val="accent4"/>
                </a:solidFill>
              </a:rPr>
              <a:t> Ltd. All rights reserved.</a:t>
            </a:r>
            <a:endParaRPr lang="en-US" spc="-10">
              <a:solidFill>
                <a:schemeClr val="accent4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127E73F-D00F-EFD2-B9C3-E4AA80E416D3}"/>
              </a:ext>
            </a:extLst>
          </p:cNvPr>
          <p:cNvPicPr>
            <a:picLocks noChangeAspect="1"/>
          </p:cNvPicPr>
          <p:nvPr userDrawn="1"/>
        </p:nvPicPr>
        <p:blipFill>
          <a:blip r:embed="rId3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9881315" y="6180592"/>
            <a:ext cx="1667510" cy="551180"/>
          </a:xfrm>
          <a:prstGeom prst="rect">
            <a:avLst/>
          </a:prstGeom>
        </p:spPr>
      </p:pic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EF9BE07-3105-83C0-2F83-D4D393A99259}"/>
              </a:ext>
            </a:extLst>
          </p:cNvPr>
          <p:cNvCxnSpPr>
            <a:cxnSpLocks/>
          </p:cNvCxnSpPr>
          <p:nvPr userDrawn="1"/>
        </p:nvCxnSpPr>
        <p:spPr>
          <a:xfrm>
            <a:off x="234694" y="449276"/>
            <a:ext cx="11719436" cy="0"/>
          </a:xfrm>
          <a:prstGeom prst="line">
            <a:avLst/>
          </a:prstGeom>
          <a:ln w="3175">
            <a:solidFill>
              <a:srgbClr val="2379B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44BEFADA-CED6-C2A8-F786-835570309099}"/>
              </a:ext>
            </a:extLst>
          </p:cNvPr>
          <p:cNvSpPr txBox="1"/>
          <p:nvPr userDrawn="1"/>
        </p:nvSpPr>
        <p:spPr>
          <a:xfrm>
            <a:off x="9413904" y="103815"/>
            <a:ext cx="255495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GB" sz="1000" b="0" i="0">
                <a:solidFill>
                  <a:srgbClr val="2379BE"/>
                </a:solidFill>
                <a:effectLst/>
                <a:latin typeface="Outfit ExtraLight" pitchFamily="2" charset="0"/>
                <a:ea typeface="Open Sans" panose="020B0606030504020204" pitchFamily="34" charset="0"/>
                <a:cs typeface="Biryani Light" pitchFamily="2" charset="77"/>
              </a:rPr>
              <a:t>Investor Deck | August 2024</a:t>
            </a:r>
            <a:endParaRPr lang="en-US" sz="1000" b="0" i="0">
              <a:solidFill>
                <a:srgbClr val="2379BE"/>
              </a:solidFill>
              <a:effectLst/>
              <a:latin typeface="Outfit ExtraLight" pitchFamily="2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654414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  <p:sldLayoutId id="2147483881" r:id="rId12"/>
    <p:sldLayoutId id="2147483882" r:id="rId13"/>
    <p:sldLayoutId id="2147483883" r:id="rId14"/>
    <p:sldLayoutId id="2147483884" r:id="rId15"/>
    <p:sldLayoutId id="2147483885" r:id="rId16"/>
    <p:sldLayoutId id="2147483886" r:id="rId17"/>
    <p:sldLayoutId id="2147483887" r:id="rId18"/>
    <p:sldLayoutId id="2147483888" r:id="rId19"/>
    <p:sldLayoutId id="2147483889" r:id="rId20"/>
    <p:sldLayoutId id="2147483890" r:id="rId21"/>
    <p:sldLayoutId id="2147483891" r:id="rId22"/>
    <p:sldLayoutId id="2147483892" r:id="rId23"/>
    <p:sldLayoutId id="2147483893" r:id="rId24"/>
    <p:sldLayoutId id="2147483894" r:id="rId25"/>
    <p:sldLayoutId id="2147483895" r:id="rId26"/>
    <p:sldLayoutId id="2147483896" r:id="rId27"/>
    <p:sldLayoutId id="2147483897" r:id="rId28"/>
    <p:sldLayoutId id="2147483898" r:id="rId29"/>
    <p:sldLayoutId id="2147483899" r:id="rId30"/>
    <p:sldLayoutId id="2147483900" r:id="rId31"/>
    <p:sldLayoutId id="2147483901" r:id="rId32"/>
    <p:sldLayoutId id="2147483902" r:id="rId33"/>
  </p:sldLayoutIdLst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hf hdr="0" dt="0"/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200" b="1" i="0" kern="1200">
          <a:solidFill>
            <a:schemeClr val="accent2"/>
          </a:solidFill>
          <a:latin typeface="Outfit Semi Bold" pitchFamily="2" charset="0"/>
          <a:ea typeface="+mj-ea"/>
          <a:cs typeface="Poppins SemiBold" pitchFamily="2" charset="77"/>
        </a:defRPr>
      </a:lvl1pPr>
    </p:titleStyle>
    <p:bodyStyle>
      <a:lvl1pPr marL="172800" indent="-17280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Poppins SemiBold" pitchFamily="2" charset="77"/>
        </a:defRPr>
      </a:lvl1pPr>
      <a:lvl2pPr marL="345600" indent="-17280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Cambria" panose="02040503050406030204" pitchFamily="18" charset="0"/>
        <a:buChar char="⎻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2pPr>
      <a:lvl3pPr marL="518400" indent="-17145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SzPct val="100000"/>
        <a:buFont typeface="Arial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3pPr>
      <a:lvl4pPr marL="691200" indent="-17145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Font typeface="Cambria Math" panose="02040503050406030204" pitchFamily="18" charset="0"/>
        <a:buChar char="⎯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4pPr>
      <a:lvl5pPr marL="864000" indent="-171450" algn="l" defTabSz="1218987" rtl="0" eaLnBrk="1" latinLnBrk="0" hangingPunct="1">
        <a:lnSpc>
          <a:spcPct val="100000"/>
        </a:lnSpc>
        <a:spcBef>
          <a:spcPts val="0"/>
        </a:spcBef>
        <a:spcAft>
          <a:spcPts val="500"/>
        </a:spcAft>
        <a:buSzPct val="100000"/>
        <a:buFont typeface="Arial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Poppins" pitchFamily="2" charset="77"/>
        </a:defRPr>
      </a:lvl5pPr>
      <a:lvl6pPr marL="10368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Cambria Math" panose="02040503050406030204" pitchFamily="18" charset="0"/>
        <a:buChar char="⎯"/>
        <a:defRPr sz="1400" b="0" i="0" kern="1200">
          <a:solidFill>
            <a:schemeClr val="tx1"/>
          </a:solidFill>
          <a:latin typeface="Outfit" pitchFamily="2" charset="0"/>
          <a:ea typeface="+mn-ea"/>
          <a:cs typeface="+mn-cs"/>
        </a:defRPr>
      </a:lvl6pPr>
      <a:lvl7pPr marL="12096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Arial" panose="020B0604020202020204" pitchFamily="34" charset="0"/>
        <a:buChar char="•"/>
        <a:defRPr sz="1400" b="0" i="0" kern="1200">
          <a:solidFill>
            <a:schemeClr val="tx1"/>
          </a:solidFill>
          <a:latin typeface="Outfit" pitchFamily="2" charset="0"/>
          <a:ea typeface="+mn-ea"/>
          <a:cs typeface="+mn-cs"/>
        </a:defRPr>
      </a:lvl7pPr>
      <a:lvl8pPr marL="13824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Cambria Math" panose="02040503050406030204" pitchFamily="18" charset="0"/>
        <a:buChar char="⎯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555200" indent="-172800" algn="l" defTabSz="1218987" rtl="0" eaLnBrk="1" latinLnBrk="0" hangingPunct="1">
        <a:lnSpc>
          <a:spcPct val="99000"/>
        </a:lnSpc>
        <a:spcBef>
          <a:spcPts val="0"/>
        </a:spcBef>
        <a:spcAft>
          <a:spcPts val="500"/>
        </a:spcAft>
        <a:buSzPct val="100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1pPr>
      <a:lvl2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2pPr>
      <a:lvl3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3pPr>
      <a:lvl4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4pPr>
      <a:lvl5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6pPr>
      <a:lvl7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7pPr>
      <a:lvl8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8pPr>
      <a:lvl9pPr marL="0" algn="l" defTabSz="1218987" rtl="0" eaLnBrk="1" latinLnBrk="0" hangingPunct="1">
        <a:defRPr sz="1600" kern="1200">
          <a:solidFill>
            <a:schemeClr val="accent2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HyFlux – EIS Investment Review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3" sz="quarter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  <a:p>
            <a:pPr/>
            <a:r>
              <a:t>1. Executive Summary</a:t>
            </a:r>
            <a:br/>
            <a:r>
              <a:t>2. Company Overview</a:t>
            </a:r>
            <a:br/>
            <a:r>
              <a:t>3. Business Model</a:t>
            </a:r>
            <a:br/>
            <a:r>
              <a:t>4. EIS Eligibility &amp; Compliance</a:t>
            </a:r>
            <a:br/>
            <a:r>
              <a:t>5. Investment Terms</a:t>
            </a:r>
            <a:br/>
            <a:r>
              <a:t>6. Use of Funds</a:t>
            </a:r>
            <a:br/>
            <a:r>
              <a:t>7. Financial Projections</a:t>
            </a:r>
            <a:br/>
            <a:r>
              <a:t>8. Risk Assessment &amp; Mitigation</a:t>
            </a:r>
            <a:br/>
            <a:r>
              <a:t>9. Exit &amp; Tax Strategy</a:t>
            </a:r>
            <a:br/>
            <a:r>
              <a:t>10. Supporting Documents</a:t>
            </a:r>
            <a:br/>
            <a:r>
              <a:t>11. Q&amp;A</a:t>
            </a:r>
          </a:p>
          <a:p>
            <a:pPr/>
          </a:p>
          <a:p>
            <a:pPr/>
            <a:r>
              <a:t>Expected time: 30–45 min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  <a:p>
            <a:pPr/>
            <a:r>
              <a:t>Company</a:t>
            </a:r>
          </a:p>
          <a:p>
            <a:pPr/>
            <a:r>
              <a:t>HyFlux Ltd – Innovating clean-energy solutions</a:t>
            </a:r>
          </a:p>
          <a:p>
            <a:pPr/>
            <a:r>
              <a:t>Current valuation: £X m</a:t>
            </a:r>
          </a:p>
          <a:p>
            <a:pPr/>
            <a:r>
              <a:t>Target valuation (2026): £Y m</a:t>
            </a:r>
          </a:p>
          <a:p>
            <a:pPr/>
            <a:r>
              <a:t>Projected CAGR: Z%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  <a:p>
            <a:pPr/>
            <a:r>
              <a:t>EIS Round</a:t>
            </a:r>
          </a:p>
          <a:p>
            <a:pPr/>
            <a:r>
              <a:t>EIS-eligible investment: £300k</a:t>
            </a:r>
          </a:p>
          <a:p>
            <a:pPr/>
            <a:r>
              <a:t>Indicative relief: up to 30% income tax relief (subject to investor position)</a:t>
            </a:r>
          </a:p>
          <a:p>
            <a:pPr/>
            <a:r>
              <a:t>Key partnerships / LOIs: {{partners_summary}}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Overview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  <a:p>
            <a:pPr/>
            <a:r>
              <a:t>Company facts (to confirm)</a:t>
            </a:r>
          </a:p>
          <a:p>
            <a:pPr/>
            <a:r>
              <a:t>Founded: 2020</a:t>
            </a:r>
          </a:p>
          <a:p>
            <a:pPr/>
            <a:r>
              <a:t>HQ: Manchester, UK</a:t>
            </a:r>
          </a:p>
          <a:p>
            <a:pPr/>
            <a:r>
              <a:t>Team: 25 employees (20% senior technical)</a:t>
            </a:r>
          </a:p>
          <a:p>
            <a:pPr/>
            <a:r>
              <a:t>Patents: 3 granted, 2 pending</a:t>
            </a:r>
          </a:p>
          <a:p>
            <a:pPr/>
            <a:r>
              <a:t>Prior EIS rounds: {{prior_eis_rounds_or_none}}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  <a:p>
            <a:pPr/>
            <a:r>
              <a:t>UK substance</a:t>
            </a:r>
          </a:p>
          <a:p>
            <a:pPr/>
            <a:r>
              <a:t>Core operations in the UK (R&amp;D, management, commercial)</a:t>
            </a:r>
          </a:p>
          <a:p>
            <a:pPr/>
            <a:r>
              <a:t>Board/decision-making based in the UK</a:t>
            </a:r>
          </a:p>
          <a:p>
            <a:pPr/>
            <a:r>
              <a:t>Key facilities: {{sites_labs_offices}}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Company Overview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  <a:p>
            <a:pPr/>
            <a:r>
              <a:t>Offering (edit to match HyFlux reality)</a:t>
            </a:r>
          </a:p>
          <a:p>
            <a:pPr/>
            <a:r>
              <a:t>Product: {{product_or_platform}}</a:t>
            </a:r>
          </a:p>
          <a:p>
            <a:pPr/>
            <a:r>
              <a:t>Revenue streams: {{revenue_streams}}</a:t>
            </a:r>
          </a:p>
          <a:p>
            <a:pPr/>
            <a:r>
              <a:t>Customers: {{target_customers}}</a:t>
            </a:r>
          </a:p>
          <a:p>
            <a:pPr/>
            <a:r>
              <a:t>Unit economics: Unit cost £Xk → gross margin ~45% (illustrative)</a:t>
            </a:r>
          </a:p>
          <a:p>
            <a:pPr/>
          </a:p>
          <a:p>
            <a:pPr/>
            <a:r>
              <a:t>Go-to-market</a:t>
            </a:r>
          </a:p>
          <a:p>
            <a:pPr/>
            <a:r>
              <a:t>Initial pilots → scaled deployments</a:t>
            </a:r>
          </a:p>
          <a:p>
            <a:pPr/>
            <a:r>
              <a:t>Partnerships to accelerate adoption: {{partners_summary}}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EIS Eligibility &amp; Compliance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  <a:p>
            <a:pPr/>
            <a:r>
              <a:t>Company tests</a:t>
            </a:r>
          </a:p>
          <a:p>
            <a:pPr/>
            <a:r>
              <a:t>UK incorporated</a:t>
            </a:r>
          </a:p>
          <a:p>
            <a:pPr/>
            <a:r>
              <a:t>Unquoted company</a:t>
            </a:r>
          </a:p>
          <a:p>
            <a:pPr/>
            <a:r>
              <a:t>Independence: {{independence_statement}}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  <a:p>
            <a:pPr/>
            <a:r>
              <a:t>Use / risk-to-capital</a:t>
            </a:r>
          </a:p>
          <a:p>
            <a:pPr/>
            <a:r>
              <a:t>Funds used for qualifying growth: R&amp;D, scale-up, market expansion</a:t>
            </a:r>
          </a:p>
          <a:p>
            <a:pPr/>
            <a:r>
              <a:t>Risk-to-capital condition considered and evidenced</a:t>
            </a:r>
          </a:p>
          <a:p>
            <a:pPr/>
            <a:r>
              <a:t>No disqualifying arrangements: {{no_disqualifying_arrangements_statement}}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  <a:p>
            <a:pPr/>
            <a:r>
              <a:t>Size / age tests (confirm)</a:t>
            </a:r>
          </a:p>
          <a:p>
            <a:pPr/>
            <a:r>
              <a:t>Employees: {{employees_count}} (&lt; 250)</a:t>
            </a:r>
          </a:p>
          <a:p>
            <a:pPr/>
            <a:r>
              <a:t>Gross assets: {{gross_assets}} (check EIS limit)</a:t>
            </a:r>
          </a:p>
          <a:p>
            <a:pPr/>
            <a:r>
              <a:t>Age / first commercial sale: {{age_or_fcs}}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EIS Eligibility &amp; Compliance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Terms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  <a:p>
            <a:pPr/>
            <a:r>
              <a:t>Proposed round (illustrative)</a:t>
            </a:r>
          </a:p>
          <a:p>
            <a:pPr/>
            <a:r>
              <a:t>Share price: £6.00 per share</a:t>
            </a:r>
          </a:p>
          <a:p>
            <a:pPr/>
            <a:r>
              <a:t>New shares: 50,000 → £300k</a:t>
            </a:r>
          </a:p>
          <a:p>
            <a:pPr/>
            <a:r>
              <a:t>Pre-money valuation: £X m</a:t>
            </a:r>
          </a:p>
          <a:p>
            <a:pPr/>
            <a:r>
              <a:t>Post-money valuation: £Y 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  <a:p>
            <a:pPr/>
            <a:r>
              <a:t>Rights / structure (confirm)</a:t>
            </a:r>
          </a:p>
          <a:p>
            <a:pPr/>
            <a:r>
              <a:t>Share class: ordinary shares (EIS-compliant)</a:t>
            </a:r>
          </a:p>
          <a:p>
            <a:pPr/>
            <a:r>
              <a:t>Investor rights: {{investor_rights_summary}}</a:t>
            </a:r>
          </a:p>
          <a:p>
            <a:pPr/>
            <a:r>
              <a:t>Fully cash subscription; fully dilutive to existing holders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Terms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of Funds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  <a:p>
            <a:pPr/>
            <a:r>
              <a:t>Allocation (illustrative)</a:t>
            </a:r>
          </a:p>
          <a:p>
            <a:pPr/>
            <a:r>
              <a:t>R&amp;D &amp; Product Development: 40%</a:t>
            </a:r>
          </a:p>
          <a:p>
            <a:pPr/>
            <a:r>
              <a:t>Pilot / Production readiness: 30%</a:t>
            </a:r>
          </a:p>
          <a:p>
            <a:pPr/>
            <a:r>
              <a:t>Marketing &amp; Business Development: 15%</a:t>
            </a:r>
          </a:p>
          <a:p>
            <a:pPr/>
            <a:r>
              <a:t>Working Capital / Ops: 15%</a:t>
            </a:r>
          </a:p>
          <a:p>
            <a:pPr/>
          </a:p>
          <a:p>
            <a:pPr/>
            <a:r>
              <a:t>Milestones tied to spend</a:t>
            </a:r>
          </a:p>
          <a:p>
            <a:pPr/>
            <a:r>
              <a:t>{{milestone_1}}</a:t>
            </a:r>
          </a:p>
          <a:p>
            <a:pPr/>
            <a:r>
              <a:t>{{milestone_2}}</a:t>
            </a:r>
          </a:p>
          <a:p>
            <a:pPr/>
            <a:r>
              <a:t>{{milestone_3}}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 of Funds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  <a:p>
            <a:pPr/>
            <a:r>
              <a:t>Headline numbers (illustrative)</a:t>
            </a:r>
          </a:p>
          <a:p>
            <a:pPr/>
            <a:r>
              <a:t>Revenue 2024: £1.2 m → 2026: £3.6 m</a:t>
            </a:r>
          </a:p>
          <a:p>
            <a:pPr/>
            <a:r>
              <a:t>EBITDA margin: 30% by 2026</a:t>
            </a:r>
          </a:p>
          <a:p>
            <a:pPr/>
            <a:r>
              <a:t>Cash burn 2024: £0.8 m → 2026: £0.4 m</a:t>
            </a:r>
          </a:p>
          <a:p>
            <a:pPr/>
            <a:r>
              <a:t>Breakeven: Q4 2025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  <a:p>
            <a:pPr/>
            <a:r>
              <a:t>Key drivers</a:t>
            </a:r>
          </a:p>
          <a:p>
            <a:pPr/>
            <a:r>
              <a:t>Scale of delivery / production ramp</a:t>
            </a:r>
          </a:p>
          <a:p>
            <a:pPr/>
            <a:r>
              <a:t>Conversion of pilots to multi-year contracts</a:t>
            </a:r>
          </a:p>
          <a:p>
            <a:pPr/>
            <a:r>
              <a:t>Licensing / service mix improvements</a:t>
            </a:r>
          </a:p>
          <a:p>
            <a:pPr/>
            <a:r>
              <a:t>Pricing / margin improvement levers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Projections (Summary)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Assessment &amp; Mitigation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  <a:p>
            <a:pPr/>
            <a:r>
              <a:t>Technical</a:t>
            </a:r>
          </a:p>
          <a:p>
            <a:pPr/>
            <a:r>
              <a:t>Probability: 15%</a:t>
            </a:r>
          </a:p>
          <a:p>
            <a:pPr/>
            <a:r>
              <a:t>Mitigation: 3-year R&amp;D plan, gated testing, external validation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6" sz="quarter"/>
          </p:nvPr>
        </p:nvSpPr>
        <p:spPr/>
        <p:txBody>
          <a:bodyPr/>
          <a:lstStyle/>
          <a:p/>
          <a:p>
            <a:pPr/>
            <a:r>
              <a:t>Financial / Runway</a:t>
            </a:r>
          </a:p>
          <a:p>
            <a:pPr/>
            <a:r>
              <a:t>Probability: 20%</a:t>
            </a:r>
          </a:p>
          <a:p>
            <a:pPr/>
            <a:r>
              <a:t>Mitigation: 12-month cash reserve, staged hiring, contingency plan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/>
          <a:p>
            <a:pPr/>
            <a:r>
              <a:t>Market / Commercial</a:t>
            </a:r>
          </a:p>
          <a:p>
            <a:pPr/>
            <a:r>
              <a:t>Probability: 10%</a:t>
            </a:r>
          </a:p>
          <a:p>
            <a:pPr/>
            <a:r>
              <a:t>Mitigation: pilots, partner channels, reference customers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Risks &amp; Mitigations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Exit &amp; Tax Strategy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4" sz="quarter"/>
          </p:nvPr>
        </p:nvSpPr>
        <p:spPr/>
        <p:txBody>
          <a:bodyPr/>
          <a:lstStyle/>
          <a:p/>
          <a:p>
            <a:pPr/>
            <a:r>
              <a:t>Exit options</a:t>
            </a:r>
          </a:p>
          <a:p>
            <a:pPr/>
            <a:r>
              <a:t>Strategic acquisition</a:t>
            </a:r>
          </a:p>
          <a:p>
            <a:pPr/>
            <a:r>
              <a:t>IPO</a:t>
            </a:r>
          </a:p>
          <a:p>
            <a:pPr/>
            <a:r>
              <a:t>Secondary sale (where permissible)</a:t>
            </a:r>
          </a:p>
          <a:p>
            <a:pPr/>
          </a:p>
          <a:p>
            <a:pPr/>
            <a:r>
              <a:t>Target exit (illustrative)</a:t>
            </a:r>
          </a:p>
          <a:p>
            <a:pPr/>
            <a:r>
              <a:t>2026 valuation: £20 m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/>
        <p:txBody>
          <a:bodyPr/>
          <a:lstStyle/>
          <a:p/>
          <a:p>
            <a:pPr/>
            <a:r>
              <a:t>Investor tax points (high level)</a:t>
            </a:r>
          </a:p>
          <a:p>
            <a:pPr/>
            <a:r>
              <a:t>EIS reliefs depend on investor circumstances and HMRC rules</a:t>
            </a:r>
          </a:p>
          <a:p>
            <a:pPr/>
            <a:r>
              <a:t>Holding period / conditions apply</a:t>
            </a:r>
          </a:p>
          <a:p>
            <a:pPr/>
            <a:r>
              <a:t>Ensure no arrangements that jeopardise relief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Exit &amp; Tax Strategy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Supporting Documents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/>
          <a:p>
            <a:pPr/>
            <a:r>
              <a:t>Core pack</a:t>
            </a:r>
          </a:p>
          <a:p>
            <a:pPr/>
            <a:r>
              <a:t>Certificate of Incorporation</a:t>
            </a:r>
          </a:p>
          <a:p>
            <a:pPr/>
            <a:r>
              <a:t>Latest financial statements (audited where available)</a:t>
            </a:r>
          </a:p>
          <a:p>
            <a:pPr/>
            <a:r>
              <a:t>Cap table and share class rights</a:t>
            </a:r>
          </a:p>
          <a:p>
            <a:pPr/>
            <a:r>
              <a:t>IP portfolio summary</a:t>
            </a:r>
          </a:p>
          <a:p>
            <a:pPr/>
            <a:r>
              <a:t>R&amp;D roadmap and use-of-funds mapping</a:t>
            </a:r>
          </a:p>
          <a:p>
            <a:pPr/>
            <a:r>
              <a:t>Risk register</a:t>
            </a:r>
          </a:p>
          <a:p>
            <a:pPr/>
            <a:r>
              <a:t>Market / customer evidence</a:t>
            </a:r>
          </a:p>
          <a:p>
            <a:pPr/>
          </a:p>
          <a:p>
            <a:pPr/>
            <a:r>
              <a:t>Appendices</a:t>
            </a:r>
          </a:p>
          <a:p>
            <a:pPr/>
            <a:r>
              <a:t>Detailed financial model</a:t>
            </a:r>
          </a:p>
          <a:p>
            <a:pPr/>
            <a:r>
              <a:t>Contracts / LOIs (redacted where needed)</a:t>
            </a:r>
          </a:p>
          <a:p>
            <a:pPr/>
            <a:r>
              <a:t>Any prior HMRC correspondence (if applicable)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Supporting Documents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7037&quot;&gt;&lt;version val=&quot;33096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yearfmt&gt;&lt;begin val=&quot;0&quot;/&gt;&lt;end val=&quot;4&quot;/&gt;&lt;/m_yearfmt&gt;&lt;/m_precDefaultDay&gt;&lt;m_precDefaultWeek&gt;&lt;m_yearfmt&gt;&lt;begin val=&quot;0&quot;/&gt;&lt;end val=&quot;4&quot;/&gt;&lt;/m_yearfmt&gt;&lt;/m_precDefaultWeek&gt;&lt;m_precDefaultMonth&gt;&lt;m_yearfmt&gt;&lt;begin val=&quot;0&quot;/&gt;&lt;end val=&quot;4&quot;/&gt;&lt;/m_yearfmt&gt;&lt;/m_precDefaultMonth&gt;&lt;m_precDefaultQuarter&gt;&lt;m_yearfmt&gt;&lt;begin val=&quot;0&quot;/&gt;&lt;end val=&quot;4&quot;/&gt;&lt;/m_yearfmt&gt;&lt;/m_precDefaultQuarter&gt;&lt;m_precDefaultYear&gt;&lt;m_yearfmt&gt;&lt;begin val=&quot;0&quot;/&gt;&lt;end val=&quot;4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0&quot;/&gt;&lt;/m_mruColor&gt;&lt;m_eweekdayFirstOfWeek val=&quot;2&quot;/&gt;&lt;m_eweekdayFirstOfWorkweek val=&quot;2&quot;/&gt;&lt;m_eweekdayFirstOfWeekend val=&quot;7&quot;/&gt;&lt;/CPresentation&gt;&lt;/root&gt;"/>
  <p:tag name="THINKCELLUNDODONOTDELETE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Fluxart template">
  <a:themeElements>
    <a:clrScheme name="Fluxart">
      <a:dk1>
        <a:srgbClr val="000000"/>
      </a:dk1>
      <a:lt1>
        <a:srgbClr val="FFFFFF"/>
      </a:lt1>
      <a:dk2>
        <a:srgbClr val="020435"/>
      </a:dk2>
      <a:lt2>
        <a:srgbClr val="D0D0D0"/>
      </a:lt2>
      <a:accent1>
        <a:srgbClr val="020435"/>
      </a:accent1>
      <a:accent2>
        <a:srgbClr val="2A63A0"/>
      </a:accent2>
      <a:accent3>
        <a:srgbClr val="BFE3F3"/>
      </a:accent3>
      <a:accent4>
        <a:srgbClr val="939393"/>
      </a:accent4>
      <a:accent5>
        <a:srgbClr val="D0D0D0"/>
      </a:accent5>
      <a:accent6>
        <a:srgbClr val="05322B"/>
      </a:accent6>
      <a:hlink>
        <a:srgbClr val="2A63A0"/>
      </a:hlink>
      <a:folHlink>
        <a:srgbClr val="BFE3F3"/>
      </a:folHlink>
    </a:clrScheme>
    <a:fontScheme name="Poppins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defRPr dirty="0" smtClean="0">
            <a:solidFill>
              <a:schemeClr val="accent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yFlux Template - with mckinsey" id="{801B621D-88E6-BB47-817F-D8596E15A2D7}" vid="{3067589D-EF20-2245-BFD9-2CE6C9C2B1D4}"/>
    </a:ext>
  </a:extLst>
</a:theme>
</file>

<file path=ppt/theme/theme2.xml><?xml version="1.0" encoding="utf-8"?>
<a:theme xmlns:a="http://schemas.openxmlformats.org/drawingml/2006/main" name="2_Fluxart template">
  <a:themeElements>
    <a:clrScheme name="Fluxart">
      <a:dk1>
        <a:srgbClr val="000000"/>
      </a:dk1>
      <a:lt1>
        <a:srgbClr val="FFFFFF"/>
      </a:lt1>
      <a:dk2>
        <a:srgbClr val="020435"/>
      </a:dk2>
      <a:lt2>
        <a:srgbClr val="D0D0D0"/>
      </a:lt2>
      <a:accent1>
        <a:srgbClr val="020435"/>
      </a:accent1>
      <a:accent2>
        <a:srgbClr val="2A63A0"/>
      </a:accent2>
      <a:accent3>
        <a:srgbClr val="BFE3F3"/>
      </a:accent3>
      <a:accent4>
        <a:srgbClr val="939393"/>
      </a:accent4>
      <a:accent5>
        <a:srgbClr val="D0D0D0"/>
      </a:accent5>
      <a:accent6>
        <a:srgbClr val="05322B"/>
      </a:accent6>
      <a:hlink>
        <a:srgbClr val="2A63A0"/>
      </a:hlink>
      <a:folHlink>
        <a:srgbClr val="BFE3F3"/>
      </a:folHlink>
    </a:clrScheme>
    <a:fontScheme name="Poppins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defRPr dirty="0" smtClean="0">
            <a:solidFill>
              <a:schemeClr val="accent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yFlux Template - with mckinsey" id="{801B621D-88E6-BB47-817F-D8596E15A2D7}" vid="{3B69B755-E299-7245-8E49-E4D0AD860C4C}"/>
    </a:ext>
  </a:extLst>
</a:theme>
</file>

<file path=ppt/theme/theme3.xml><?xml version="1.0" encoding="utf-8"?>
<a:theme xmlns:a="http://schemas.openxmlformats.org/drawingml/2006/main" name="3_Fluxart template">
  <a:themeElements>
    <a:clrScheme name="Fluxart">
      <a:dk1>
        <a:srgbClr val="000000"/>
      </a:dk1>
      <a:lt1>
        <a:srgbClr val="FFFFFF"/>
      </a:lt1>
      <a:dk2>
        <a:srgbClr val="020435"/>
      </a:dk2>
      <a:lt2>
        <a:srgbClr val="D0D0D0"/>
      </a:lt2>
      <a:accent1>
        <a:srgbClr val="020435"/>
      </a:accent1>
      <a:accent2>
        <a:srgbClr val="2A63A0"/>
      </a:accent2>
      <a:accent3>
        <a:srgbClr val="BFE3F3"/>
      </a:accent3>
      <a:accent4>
        <a:srgbClr val="939393"/>
      </a:accent4>
      <a:accent5>
        <a:srgbClr val="D0D0D0"/>
      </a:accent5>
      <a:accent6>
        <a:srgbClr val="05322B"/>
      </a:accent6>
      <a:hlink>
        <a:srgbClr val="2A63A0"/>
      </a:hlink>
      <a:folHlink>
        <a:srgbClr val="BFE3F3"/>
      </a:folHlink>
    </a:clrScheme>
    <a:fontScheme name="Poppins">
      <a:majorFont>
        <a:latin typeface="Poppins SemiBold"/>
        <a:ea typeface=""/>
        <a:cs typeface=""/>
      </a:majorFont>
      <a:minorFont>
        <a:latin typeface="Poppins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>
          <a:defRPr dirty="0" smtClean="0">
            <a:solidFill>
              <a:schemeClr val="accent2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HyFlux Template - with mckinsey" id="{801B621D-88E6-BB47-817F-D8596E15A2D7}" vid="{F6B04039-4DBA-F541-8966-F16C74FE138D}"/>
    </a:ext>
  </a:extLst>
</a:theme>
</file>

<file path=ppt/theme/theme4.xml><?xml version="1.0" encoding="utf-8"?>
<a:theme xmlns:a="http://schemas.openxmlformats.org/drawingml/2006/main" name="Office Theme">
  <a:themeElements>
    <a:clrScheme name="GE Colors">
      <a:dk1>
        <a:sysClr val="windowText" lastClr="000000"/>
      </a:dk1>
      <a:lt1>
        <a:sysClr val="window" lastClr="FFFFFF"/>
      </a:lt1>
      <a:dk2>
        <a:srgbClr val="B1B3B3"/>
      </a:dk2>
      <a:lt2>
        <a:srgbClr val="F0F0F0"/>
      </a:lt2>
      <a:accent1>
        <a:srgbClr val="005CB9"/>
      </a:accent1>
      <a:accent2>
        <a:srgbClr val="63666A"/>
      </a:accent2>
      <a:accent3>
        <a:srgbClr val="00B5E2"/>
      </a:accent3>
      <a:accent4>
        <a:srgbClr val="0A0A37"/>
      </a:accent4>
      <a:accent5>
        <a:srgbClr val="FE5000"/>
      </a:accent5>
      <a:accent6>
        <a:srgbClr val="00BF6F"/>
      </a:accent6>
      <a:hlink>
        <a:srgbClr val="005CB9"/>
      </a:hlink>
      <a:folHlink>
        <a:srgbClr val="00B5E2"/>
      </a:folHlink>
    </a:clrScheme>
    <a:fontScheme name="GE">
      <a:majorFont>
        <a:latin typeface="GE Inspira Sans"/>
        <a:ea typeface=""/>
        <a:cs typeface=""/>
      </a:majorFont>
      <a:minorFont>
        <a:latin typeface="GE Inspira Sans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GE Colors">
      <a:dk1>
        <a:sysClr val="windowText" lastClr="000000"/>
      </a:dk1>
      <a:lt1>
        <a:sysClr val="window" lastClr="FFFFFF"/>
      </a:lt1>
      <a:dk2>
        <a:srgbClr val="B1B3B3"/>
      </a:dk2>
      <a:lt2>
        <a:srgbClr val="F0F0F0"/>
      </a:lt2>
      <a:accent1>
        <a:srgbClr val="005CB9"/>
      </a:accent1>
      <a:accent2>
        <a:srgbClr val="63666A"/>
      </a:accent2>
      <a:accent3>
        <a:srgbClr val="00B5E2"/>
      </a:accent3>
      <a:accent4>
        <a:srgbClr val="0A0A37"/>
      </a:accent4>
      <a:accent5>
        <a:srgbClr val="FE5000"/>
      </a:accent5>
      <a:accent6>
        <a:srgbClr val="00BF6F"/>
      </a:accent6>
      <a:hlink>
        <a:srgbClr val="005CB9"/>
      </a:hlink>
      <a:folHlink>
        <a:srgbClr val="00B5E2"/>
      </a:folHlink>
    </a:clrScheme>
    <a:fontScheme name="GE">
      <a:majorFont>
        <a:latin typeface="GE Inspira Sans"/>
        <a:ea typeface=""/>
        <a:cs typeface=""/>
      </a:majorFont>
      <a:minorFont>
        <a:latin typeface="GE Inspira Sans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02C5F853618CD4BB482229A4F71B53E" ma:contentTypeVersion="17" ma:contentTypeDescription="Create a new document." ma:contentTypeScope="" ma:versionID="3c51626bf3f96a44acf6b77c3ed2baa5">
  <xsd:schema xmlns:xsd="http://www.w3.org/2001/XMLSchema" xmlns:xs="http://www.w3.org/2001/XMLSchema" xmlns:p="http://schemas.microsoft.com/office/2006/metadata/properties" xmlns:ns2="5ceef58d-bc93-4ed5-9508-9f888ba927dd" xmlns:ns3="6372c6d4-7b44-4ec4-9d4f-8b6351288104" targetNamespace="http://schemas.microsoft.com/office/2006/metadata/properties" ma:root="true" ma:fieldsID="54e82ec55470569385c557c35b962681" ns2:_="" ns3:_="">
    <xsd:import namespace="5ceef58d-bc93-4ed5-9508-9f888ba927dd"/>
    <xsd:import namespace="6372c6d4-7b44-4ec4-9d4f-8b635128810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2:MediaServiceLocation" minOccurs="0"/>
                <xsd:element ref="ns2:test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ceef58d-bc93-4ed5-9508-9f888ba927d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5" nillable="true" ma:taxonomy="true" ma:internalName="lcf76f155ced4ddcb4097134ff3c332f" ma:taxonomyFieldName="MediaServiceImageTags" ma:displayName="Image Tags" ma:readOnly="false" ma:fieldId="{5cf76f15-5ced-4ddc-b409-7134ff3c332f}" ma:taxonomyMulti="true" ma:sspId="8e2497ee-3869-41bb-badb-0f38098cee95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9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test" ma:index="23" nillable="true" ma:displayName="test" ma:format="Dropdown" ma:list="5ceef58d-bc93-4ed5-9508-9f888ba927dd" ma:internalName="test" ma:showField="Modified">
      <xsd:simpleType>
        <xsd:restriction base="dms:Lookup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72c6d4-7b44-4ec4-9d4f-8b6351288104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6" nillable="true" ma:displayName="Taxonomy Catch All Column" ma:hidden="true" ma:list="{3919b50c-4348-418e-bc70-095bef8a086b}" ma:internalName="TaxCatchAll" ma:showField="CatchAllData" ma:web="6372c6d4-7b44-4ec4-9d4f-8b635128810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ceef58d-bc93-4ed5-9508-9f888ba927dd">
      <Terms xmlns="http://schemas.microsoft.com/office/infopath/2007/PartnerControls"/>
    </lcf76f155ced4ddcb4097134ff3c332f>
    <TaxCatchAll xmlns="6372c6d4-7b44-4ec4-9d4f-8b6351288104" xsi:nil="true"/>
    <SharedWithUsers xmlns="6372c6d4-7b44-4ec4-9d4f-8b6351288104">
      <UserInfo>
        <DisplayName>Chris StGenies</DisplayName>
        <AccountId>25</AccountId>
        <AccountType/>
      </UserInfo>
      <UserInfo>
        <DisplayName>Noora Alfaez</DisplayName>
        <AccountId>15</AccountId>
        <AccountType/>
      </UserInfo>
      <UserInfo>
        <DisplayName>Rob Bray</DisplayName>
        <AccountId>19</AccountId>
        <AccountType/>
      </UserInfo>
    </SharedWithUsers>
    <test xmlns="5ceef58d-bc93-4ed5-9508-9f888ba927dd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D4537BD-7A67-425E-9845-E781183C1E1E}">
  <ds:schemaRefs>
    <ds:schemaRef ds:uri="5ceef58d-bc93-4ed5-9508-9f888ba927dd"/>
    <ds:schemaRef ds:uri="6372c6d4-7b44-4ec4-9d4f-8b635128810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26C8B416-E2A5-4943-8C97-C7D032824EA9}">
  <ds:schemaRefs>
    <ds:schemaRef ds:uri="5ceef58d-bc93-4ed5-9508-9f888ba927dd"/>
    <ds:schemaRef ds:uri="6372c6d4-7b44-4ec4-9d4f-8b635128810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557D5FB-5602-4E4F-A53D-505CD50F8C3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Custom</PresentationFormat>
  <Slides>606</Slides>
  <Notes>268</Notes>
  <HiddenSlides>0</HiddenSlides>
  <ScaleCrop>false</ScaleCrop>
  <HeadingPairs>
    <vt:vector size="4" baseType="variant">
      <vt:variant>
        <vt:lpstr>Theme</vt:lpstr>
      </vt:variant>
      <vt:variant>
        <vt:i4>3</vt:i4>
      </vt:variant>
      <vt:variant>
        <vt:lpstr>Slide Titles</vt:lpstr>
      </vt:variant>
      <vt:variant>
        <vt:i4>606</vt:i4>
      </vt:variant>
    </vt:vector>
  </HeadingPairs>
  <TitlesOfParts>
    <vt:vector size="609" baseType="lpstr">
      <vt:lpstr>Fluxart template</vt:lpstr>
      <vt:lpstr>2_Fluxart template</vt:lpstr>
      <vt:lpstr>3_Fluxart template</vt:lpstr>
      <vt:lpstr>Before you begin</vt:lpstr>
      <vt:lpstr>PowerPoint Presentation</vt:lpstr>
      <vt:lpstr>Before you begin</vt:lpstr>
      <vt:lpstr>Before you begin</vt:lpstr>
      <vt:lpstr>Text-styles</vt:lpstr>
      <vt:lpstr>Auto-styling text</vt:lpstr>
      <vt:lpstr>PowerPoint Presentation</vt:lpstr>
      <vt:lpstr>Tips for copying, adding slides and printing</vt:lpstr>
      <vt:lpstr>Expanded color palette for data visualization</vt:lpstr>
      <vt:lpstr>Color guidelines</vt:lpstr>
      <vt:lpstr>Airports</vt:lpstr>
      <vt:lpstr>Table guidelines</vt:lpstr>
      <vt:lpstr>Chart guidelines</vt:lpstr>
      <vt:lpstr>Image guidelines</vt:lpstr>
      <vt:lpstr>Logos</vt:lpstr>
      <vt:lpstr>Template slides</vt:lpstr>
      <vt:lpstr>Presentation title</vt:lpstr>
      <vt:lpstr>Presentation title</vt:lpstr>
      <vt:lpstr>Presentation title</vt:lpstr>
      <vt:lpstr>Presentation title</vt:lpstr>
      <vt:lpstr>Presentation title</vt:lpstr>
      <vt:lpstr>Divider (option A)</vt:lpstr>
      <vt:lpstr>Divider (option B)</vt:lpstr>
      <vt:lpstr>Divider (option C)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Headline copy</vt:lpstr>
      <vt:lpstr>“Quote copy</vt:lpstr>
      <vt:lpstr>PowerPoint Presentation</vt:lpstr>
      <vt:lpstr>Agendas</vt:lpstr>
      <vt:lpstr>Agenda I</vt:lpstr>
      <vt:lpstr>Agenda II</vt:lpstr>
      <vt:lpstr>01.</vt:lpstr>
      <vt:lpstr>Agenda with icons</vt:lpstr>
      <vt:lpstr>Table of contents</vt:lpstr>
      <vt:lpstr>Schedule I</vt:lpstr>
      <vt:lpstr>Schedule II</vt:lpstr>
      <vt:lpstr>Schedule IV</vt:lpstr>
      <vt:lpstr>Dashboard schedule</vt:lpstr>
      <vt:lpstr>Dashboards</vt:lpstr>
      <vt:lpstr>Dashboard</vt:lpstr>
      <vt:lpstr>PowerPoint Presentation</vt:lpstr>
      <vt:lpstr>Management summary</vt:lpstr>
      <vt:lpstr>€5.0bn</vt:lpstr>
      <vt:lpstr>PowerPoint Presentation</vt:lpstr>
      <vt:lpstr>Funnel I</vt:lpstr>
      <vt:lpstr>Funnel II</vt:lpstr>
      <vt:lpstr>Funnel III</vt:lpstr>
      <vt:lpstr>Funnel, horizontal I</vt:lpstr>
      <vt:lpstr>Funnel, horizontal II</vt:lpstr>
      <vt:lpstr>Funnel dashboard</vt:lpstr>
      <vt:lpstr>Simple organigram</vt:lpstr>
      <vt:lpstr>Organigram, clustered II</vt:lpstr>
      <vt:lpstr>Organigram, clustered III</vt:lpstr>
      <vt:lpstr>Monopoly-box organigram</vt:lpstr>
      <vt:lpstr>Decision tree</vt:lpstr>
      <vt:lpstr>Hierarchy tree I</vt:lpstr>
      <vt:lpstr>Hierarchy tree II</vt:lpstr>
      <vt:lpstr>Problem tree</vt:lpstr>
      <vt:lpstr>3D pyramid with three layers</vt:lpstr>
      <vt:lpstr>3D pyramid with four layers</vt:lpstr>
      <vt:lpstr>Pyramid with four layers</vt:lpstr>
      <vt:lpstr>Pyramid with six layers</vt:lpstr>
      <vt:lpstr>Pyramid with five layers, cropped</vt:lpstr>
      <vt:lpstr>Ziggurat diagram</vt:lpstr>
      <vt:lpstr>Triangles with text</vt:lpstr>
      <vt:lpstr>Five layers with text II</vt:lpstr>
      <vt:lpstr>Three core elements I</vt:lpstr>
      <vt:lpstr>Three core elements II</vt:lpstr>
      <vt:lpstr>Sunburst diagram, illustrative</vt:lpstr>
      <vt:lpstr>Sunburst diagram, data-driven</vt:lpstr>
      <vt:lpstr>Spiderweb</vt:lpstr>
      <vt:lpstr>Intersection</vt:lpstr>
      <vt:lpstr>Common aspects</vt:lpstr>
      <vt:lpstr>Three important values</vt:lpstr>
      <vt:lpstr>Venn diagram</vt:lpstr>
      <vt:lpstr>Venn diagrams</vt:lpstr>
      <vt:lpstr>Infographics</vt:lpstr>
      <vt:lpstr>Target market</vt:lpstr>
      <vt:lpstr>Supply chain management</vt:lpstr>
      <vt:lpstr>Density</vt:lpstr>
      <vt:lpstr>100 people</vt:lpstr>
      <vt:lpstr>Quantity comparison</vt:lpstr>
      <vt:lpstr>PowerPoint Presentation</vt:lpstr>
      <vt:lpstr>PowerPoint Presentation</vt:lpstr>
      <vt:lpstr>PowerPoint Presentation</vt:lpstr>
      <vt:lpstr>Two barometers with text</vt:lpstr>
      <vt:lpstr>Goal</vt:lpstr>
      <vt:lpstr>Iceberg</vt:lpstr>
      <vt:lpstr>Maps</vt:lpstr>
      <vt:lpstr>World map with text</vt:lpstr>
      <vt:lpstr>World map dashboard</vt:lpstr>
      <vt:lpstr>World map</vt:lpstr>
      <vt:lpstr>World map: North America</vt:lpstr>
      <vt:lpstr>World map: South America</vt:lpstr>
      <vt:lpstr>World map: Europe</vt:lpstr>
      <vt:lpstr>World map: Africa</vt:lpstr>
      <vt:lpstr>World map: Asia</vt:lpstr>
      <vt:lpstr>World map: Oceania</vt:lpstr>
      <vt:lpstr>Map: China</vt:lpstr>
      <vt:lpstr>Map: Australia</vt:lpstr>
      <vt:lpstr>Map: Brazil</vt:lpstr>
      <vt:lpstr>Map: Canada</vt:lpstr>
      <vt:lpstr>Map: France</vt:lpstr>
      <vt:lpstr>Map: Germany</vt:lpstr>
      <vt:lpstr>Map: India</vt:lpstr>
      <vt:lpstr>Map: Italy</vt:lpstr>
      <vt:lpstr>Map: Japan</vt:lpstr>
      <vt:lpstr>Map: Mexico</vt:lpstr>
      <vt:lpstr>Map: Russia</vt:lpstr>
      <vt:lpstr>Map: South Korea</vt:lpstr>
      <vt:lpstr>Map: Spain</vt:lpstr>
      <vt:lpstr>Map: United Kingdom</vt:lpstr>
      <vt:lpstr>Map: United States</vt:lpstr>
      <vt:lpstr>Matrices</vt:lpstr>
      <vt:lpstr>Matrix: Good, neutral, bad</vt:lpstr>
      <vt:lpstr>Matrix: Four blocks I</vt:lpstr>
      <vt:lpstr>PowerPoint Presentation</vt:lpstr>
      <vt:lpstr>PowerPoint Presentation</vt:lpstr>
      <vt:lpstr>Aspect matrix</vt:lpstr>
      <vt:lpstr>Icon matrix</vt:lpstr>
      <vt:lpstr>Process matrix</vt:lpstr>
      <vt:lpstr>Matrices with four areas</vt:lpstr>
      <vt:lpstr>PowerPoint Presentation</vt:lpstr>
      <vt:lpstr>SWOT analysis II</vt:lpstr>
      <vt:lpstr>SWOT analysis III</vt:lpstr>
      <vt:lpstr>SWOT analysis dashboard</vt:lpstr>
      <vt:lpstr>Mental Models</vt:lpstr>
      <vt:lpstr>Honeycomb</vt:lpstr>
      <vt:lpstr>Puzzle</vt:lpstr>
      <vt:lpstr>Process puzzle</vt:lpstr>
      <vt:lpstr>Two obstacles</vt:lpstr>
      <vt:lpstr>Business model</vt:lpstr>
      <vt:lpstr>Pros and cons I</vt:lpstr>
      <vt:lpstr>Pros and cons II</vt:lpstr>
      <vt:lpstr>Pros and cons III</vt:lpstr>
      <vt:lpstr>Five steps</vt:lpstr>
      <vt:lpstr>Buildup</vt:lpstr>
      <vt:lpstr>Three stairs</vt:lpstr>
      <vt:lpstr>Ladder to goal I</vt:lpstr>
      <vt:lpstr>Ladder to goal II</vt:lpstr>
      <vt:lpstr>Four circular elements</vt:lpstr>
      <vt:lpstr>Radiate</vt:lpstr>
      <vt:lpstr>Mind map</vt:lpstr>
      <vt:lpstr>Circle with numbered text I</vt:lpstr>
      <vt:lpstr>Circle with numbered text II</vt:lpstr>
      <vt:lpstr>Processes</vt:lpstr>
      <vt:lpstr>PowerPoint Presentation</vt:lpstr>
      <vt:lpstr>PowerPoint Presentation</vt:lpstr>
      <vt:lpstr>Process stages</vt:lpstr>
      <vt:lpstr>Infographic process I</vt:lpstr>
      <vt:lpstr>Infographic process II</vt:lpstr>
      <vt:lpstr>Infographic process III</vt:lpstr>
      <vt:lpstr>Infographic process IV</vt:lpstr>
      <vt:lpstr>Infographic process V</vt:lpstr>
      <vt:lpstr>Infographic process VI</vt:lpstr>
      <vt:lpstr>Infographic process VII</vt:lpstr>
      <vt:lpstr>Infographic process with highlight</vt:lpstr>
      <vt:lpstr>Infographic process with results</vt:lpstr>
      <vt:lpstr>Infographic process VII</vt:lpstr>
      <vt:lpstr>Infographic process with results</vt:lpstr>
      <vt:lpstr>Four steps</vt:lpstr>
      <vt:lpstr>Path</vt:lpstr>
      <vt:lpstr>Numbered process</vt:lpstr>
      <vt:lpstr>Circular ongoing sprint</vt:lpstr>
      <vt:lpstr>Circular sprint</vt:lpstr>
      <vt:lpstr>Circular text</vt:lpstr>
      <vt:lpstr>Circular text flow</vt:lpstr>
      <vt:lpstr>Process circle</vt:lpstr>
      <vt:lpstr>Four circle segments</vt:lpstr>
      <vt:lpstr>Value chain III</vt:lpstr>
      <vt:lpstr>Overlapping processes</vt:lpstr>
      <vt:lpstr>Customer journey</vt:lpstr>
      <vt:lpstr>Customer journey dashboard</vt:lpstr>
      <vt:lpstr>Plan</vt:lpstr>
      <vt:lpstr>Swim lane</vt:lpstr>
      <vt:lpstr>Swim lane, complex</vt:lpstr>
      <vt:lpstr>Influencing components</vt:lpstr>
      <vt:lpstr>Building blocks</vt:lpstr>
      <vt:lpstr>Cause and effect I</vt:lpstr>
      <vt:lpstr>Cause and effect II</vt:lpstr>
      <vt:lpstr>Cause and effect III</vt:lpstr>
      <vt:lpstr>Cause and effect IV</vt:lpstr>
      <vt:lpstr>Cause and effect V</vt:lpstr>
      <vt:lpstr>Cause and effect VI</vt:lpstr>
      <vt:lpstr>Phases/processes</vt:lpstr>
      <vt:lpstr>Circular arrows, cycles</vt:lpstr>
      <vt:lpstr>Circle segments I</vt:lpstr>
      <vt:lpstr>Circle segments II</vt:lpstr>
      <vt:lpstr>Quotes</vt:lpstr>
      <vt:lpstr>Quote I</vt:lpstr>
      <vt:lpstr>Quote II</vt:lpstr>
      <vt:lpstr>Six key messages and quotes</vt:lpstr>
      <vt:lpstr>Tables</vt:lpstr>
      <vt:lpstr>Table with illustrated header</vt:lpstr>
      <vt:lpstr>Sectioned summary</vt:lpstr>
      <vt:lpstr>Table with four columns</vt:lpstr>
      <vt:lpstr>Table with five columns</vt:lpstr>
      <vt:lpstr>Table with five columns, no header</vt:lpstr>
      <vt:lpstr>Team Intros</vt:lpstr>
      <vt:lpstr>Team slide with four members</vt:lpstr>
      <vt:lpstr>Team slide with four members and social media profiles I</vt:lpstr>
      <vt:lpstr>Team slide with two members and social media profiles II</vt:lpstr>
      <vt:lpstr>Team slide with three members and social media profiles III</vt:lpstr>
      <vt:lpstr>Team slide with four members and social media profiles IV</vt:lpstr>
      <vt:lpstr>Team slide with five members and social media profiles V</vt:lpstr>
      <vt:lpstr>Team slide with three profiles</vt:lpstr>
      <vt:lpstr>Six business cards</vt:lpstr>
      <vt:lpstr>Short personal profile</vt:lpstr>
      <vt:lpstr>Detailed personal profile</vt:lpstr>
      <vt:lpstr>Text Boxes</vt:lpstr>
      <vt:lpstr>Two text boxes with pictures</vt:lpstr>
      <vt:lpstr>Three text boxes with pictures</vt:lpstr>
      <vt:lpstr>Four text boxes with pictures</vt:lpstr>
      <vt:lpstr>Two text boxes with pictures, vertical</vt:lpstr>
      <vt:lpstr>Six building blocks II</vt:lpstr>
      <vt:lpstr>PowerPoint Presentation</vt:lpstr>
      <vt:lpstr>Goals I</vt:lpstr>
      <vt:lpstr>Goals II</vt:lpstr>
      <vt:lpstr>Six objectives</vt:lpstr>
      <vt:lpstr>Matrix/prioritization: 2×2</vt:lpstr>
      <vt:lpstr>Matrix/prioritization: 2×3</vt:lpstr>
      <vt:lpstr>Six objectives</vt:lpstr>
      <vt:lpstr>Three text boxes with enumeration</vt:lpstr>
      <vt:lpstr>Matrix/prioritization: 2×3</vt:lpstr>
      <vt:lpstr>Three text boxes with enumeration</vt:lpstr>
      <vt:lpstr>Four text boxes with enumeration</vt:lpstr>
      <vt:lpstr>Think Cell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Item comparison: Bar II</vt:lpstr>
      <vt:lpstr>PowerPoint Presentation</vt:lpstr>
      <vt:lpstr>Item comparison: Butterfly, tornado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Item comparison: Football field</vt:lpstr>
      <vt:lpstr>Time series: Box and whisker, box plot</vt:lpstr>
      <vt:lpstr>Time series: Candlestick, stock price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Timeline: Gantt I</vt:lpstr>
      <vt:lpstr>Timeline: Gantt II</vt:lpstr>
      <vt:lpstr>Timeline: Gantt III</vt:lpstr>
      <vt:lpstr>PowerPoint Presentation</vt:lpstr>
      <vt:lpstr>PowerPoint Presentation</vt:lpstr>
      <vt:lpstr>PowerPoint Presentation</vt:lpstr>
      <vt:lpstr>Timelines, Milestones, Projects</vt:lpstr>
      <vt:lpstr>Timeline</vt:lpstr>
      <vt:lpstr>Historical timeline</vt:lpstr>
      <vt:lpstr>Timeline with slide transitions I</vt:lpstr>
      <vt:lpstr>Timeline with slide transitions II</vt:lpstr>
      <vt:lpstr>Timeline with slide transitions III</vt:lpstr>
      <vt:lpstr>Timeline with slide transitions, horizontal I</vt:lpstr>
      <vt:lpstr>Timeline with slide transitions, horizontal II</vt:lpstr>
      <vt:lpstr>Timeline with slide transitions, horizontal III</vt:lpstr>
      <vt:lpstr>Status timeline</vt:lpstr>
      <vt:lpstr>Arched timeline</vt:lpstr>
      <vt:lpstr>Milestones I</vt:lpstr>
      <vt:lpstr>Milestones II</vt:lpstr>
      <vt:lpstr>Road map</vt:lpstr>
      <vt:lpstr>Sprint planning</vt:lpstr>
      <vt:lpstr>Monthly dashboard calendar</vt:lpstr>
      <vt:lpstr>Weekly dashboard calendar</vt:lpstr>
      <vt:lpstr>Useful Shapes, Devices, Icons</vt:lpstr>
      <vt:lpstr>Symbols</vt:lpstr>
      <vt:lpstr>Icons</vt:lpstr>
      <vt:lpstr>Puzzle pieces</vt:lpstr>
      <vt:lpstr>Gears</vt:lpstr>
      <vt:lpstr>Newsflash</vt:lpstr>
      <vt:lpstr>Newspaper</vt:lpstr>
      <vt:lpstr>Agemdas</vt:lpstr>
      <vt:lpstr>IInnffoorrmmaattiioonnccllaassssifiifcicaatitoionnppoolicliycy</vt:lpstr>
      <vt:lpstr>Adding a data classification label</vt:lpstr>
      <vt:lpstr>Text styles</vt:lpstr>
      <vt:lpstr>Auto-styling text</vt:lpstr>
      <vt:lpstr>Tips for copying, adding slides and printing</vt:lpstr>
      <vt:lpstr>Expanded color palette for data visualization</vt:lpstr>
      <vt:lpstr>Color guidelines</vt:lpstr>
      <vt:lpstr>How to create a new theme color</vt:lpstr>
      <vt:lpstr>Table guidelines</vt:lpstr>
      <vt:lpstr>Chart guidelines</vt:lpstr>
      <vt:lpstr>Image guidelines</vt:lpstr>
      <vt:lpstr>Template slides</vt:lpstr>
      <vt:lpstr>PowerPoint Presentation</vt:lpstr>
      <vt:lpstr>PowerPoint Presentation</vt:lpstr>
      <vt:lpstr>Presentation title Subhead (optional)</vt:lpstr>
      <vt:lpstr>Presentation title Subhead (optional)</vt:lpstr>
      <vt:lpstr>Presentation title Subhead (optional)</vt:lpstr>
      <vt:lpstr>PowerPoint Presentation</vt:lpstr>
      <vt:lpstr>Divider title</vt:lpstr>
      <vt:lpstr>Divider title</vt:lpstr>
      <vt:lpstr>Divider title</vt:lpstr>
      <vt:lpstr>Divider title</vt:lpstr>
      <vt:lpstr>Slide title</vt:lpstr>
      <vt:lpstr>Slide title</vt:lpstr>
      <vt:lpstr>Impact statement slide</vt:lpstr>
      <vt:lpstr>Impact statement slide</vt:lpstr>
      <vt:lpstr>2 columns</vt:lpstr>
      <vt:lpstr>2 columns</vt:lpstr>
      <vt:lpstr>3 columns</vt:lpstr>
      <vt:lpstr>3 columns</vt:lpstr>
      <vt:lpstr>4 columns</vt:lpstr>
      <vt:lpstr>4 columns</vt:lpstr>
      <vt:lpstr>Horizontal image slide</vt:lpstr>
      <vt:lpstr>Left image slide</vt:lpstr>
      <vt:lpstr>Right image slide</vt:lpstr>
      <vt:lpstr>Split slide</vt:lpstr>
      <vt:lpstr>Wide sidebar slide</vt:lpstr>
      <vt:lpstr>Medium sidebar slide</vt:lpstr>
      <vt:lpstr>Sidebar slide</vt:lpstr>
      <vt:lpstr>Sidebar slide</vt:lpstr>
      <vt:lpstr>Sidebar image slide</vt:lpstr>
      <vt:lpstr>Left sidebar slide</vt:lpstr>
      <vt:lpstr>PowerPoint Presentation</vt:lpstr>
      <vt:lpstr>Unit of measure</vt:lpstr>
      <vt:lpstr>Unit of measure</vt:lpstr>
      <vt:lpstr>Unit of measure</vt:lpstr>
      <vt:lpstr>Unit of Measure</vt:lpstr>
      <vt:lpstr>Exhibit Title</vt:lpstr>
      <vt:lpstr>Unit of Measure</vt:lpstr>
      <vt:lpstr>Exhibit Title</vt:lpstr>
      <vt:lpstr>4 Column</vt:lpstr>
      <vt:lpstr>PowerPoint Presentation</vt:lpstr>
      <vt:lpstr>2 Column</vt:lpstr>
      <vt:lpstr>3 Column</vt:lpstr>
      <vt:lpstr>5 Column</vt:lpstr>
      <vt:lpstr>6 Column</vt:lpstr>
      <vt:lpstr>7 Column</vt:lpstr>
      <vt:lpstr>8 Column</vt:lpstr>
      <vt:lpstr>Flow</vt:lpstr>
      <vt:lpstr>Flow 3</vt:lpstr>
      <vt:lpstr>Flow 4</vt:lpstr>
      <vt:lpstr>Flow 5</vt:lpstr>
      <vt:lpstr>FLOW WITH 3 COLUMN </vt:lpstr>
      <vt:lpstr>FLOW WITH 5 COLUMN </vt:lpstr>
      <vt:lpstr>Unit of Measure</vt:lpstr>
      <vt:lpstr>Unit of Measure</vt:lpstr>
      <vt:lpstr>Unit of Measure</vt:lpstr>
      <vt:lpstr>Unit of measure</vt:lpstr>
      <vt:lpstr>Unit of measure</vt:lpstr>
      <vt:lpstr>Unit of Measure</vt:lpstr>
      <vt:lpstr>Unit of Measure </vt:lpstr>
      <vt:lpstr> * Footnote Source:  Source</vt:lpstr>
      <vt:lpstr>Gantt</vt:lpstr>
      <vt:lpstr>Gantt 2</vt:lpstr>
      <vt:lpstr>Gannt 3</vt:lpstr>
      <vt:lpstr>Unit of measure</vt:lpstr>
      <vt:lpstr>Unit of measure</vt:lpstr>
      <vt:lpstr>Unit of measure</vt:lpstr>
      <vt:lpstr>Unit of measure</vt:lpstr>
      <vt:lpstr>Unit of measure</vt:lpstr>
      <vt:lpstr>Unit of measure</vt:lpstr>
      <vt:lpstr>Unit of measure</vt:lpstr>
      <vt:lpstr>Unit of measure</vt:lpstr>
      <vt:lpstr>Unit of measure</vt:lpstr>
      <vt:lpstr>Unit of measure</vt:lpstr>
      <vt:lpstr>Unit of measure</vt:lpstr>
      <vt:lpstr>Unit of measure</vt:lpstr>
      <vt:lpstr>Unit of measure</vt:lpstr>
      <vt:lpstr>MOON</vt:lpstr>
      <vt:lpstr>MAPS </vt:lpstr>
      <vt:lpstr>STICKER AND OTHERS </vt:lpstr>
      <vt:lpstr>AREA</vt:lpstr>
      <vt:lpstr>BAR</vt:lpstr>
      <vt:lpstr>BAR 2</vt:lpstr>
      <vt:lpstr>BAR BUTTED</vt:lpstr>
      <vt:lpstr>BAR STACKED</vt:lpstr>
      <vt:lpstr>BAR STACKED 100%</vt:lpstr>
      <vt:lpstr>BUBBLE</vt:lpstr>
      <vt:lpstr>COLUMN</vt:lpstr>
      <vt:lpstr>COLUMN 2</vt:lpstr>
      <vt:lpstr>COLUMN BUTTED</vt:lpstr>
      <vt:lpstr>COLUMN STACKED</vt:lpstr>
      <vt:lpstr>COLUMN STACKED 100%</vt:lpstr>
      <vt:lpstr>DUAL COLUMN LINE</vt:lpstr>
      <vt:lpstr>DUAL LINE</vt:lpstr>
      <vt:lpstr>LINE</vt:lpstr>
      <vt:lpstr>PIE</vt:lpstr>
      <vt:lpstr>PIE 2</vt:lpstr>
      <vt:lpstr>RANGE HIGH LOW</vt:lpstr>
      <vt:lpstr>WATERHFLL BAR</vt:lpstr>
      <vt:lpstr>WATERHFLL COLUMN</vt:lpstr>
      <vt:lpstr>CYCLE 1</vt:lpstr>
      <vt:lpstr>CYCLE 2</vt:lpstr>
      <vt:lpstr>CYCLE 3</vt:lpstr>
      <vt:lpstr>CYCLE 4</vt:lpstr>
      <vt:lpstr>CYCLE 5</vt:lpstr>
      <vt:lpstr>CYCLE 6</vt:lpstr>
      <vt:lpstr>CYCLE 7</vt:lpstr>
      <vt:lpstr>CYCLE 8</vt:lpstr>
      <vt:lpstr>INCOMING</vt:lpstr>
      <vt:lpstr>RIBBON</vt:lpstr>
      <vt:lpstr>RING</vt:lpstr>
      <vt:lpstr>UPON 2</vt:lpstr>
      <vt:lpstr>BLADES</vt:lpstr>
      <vt:lpstr>BOX</vt:lpstr>
      <vt:lpstr>BOX</vt:lpstr>
      <vt:lpstr>CONTINUOUS</vt:lpstr>
      <vt:lpstr>CUTOUT</vt:lpstr>
      <vt:lpstr>LINEAR A</vt:lpstr>
      <vt:lpstr>LINEAR B</vt:lpstr>
      <vt:lpstr>LINEAR C</vt:lpstr>
      <vt:lpstr>LINEAR D</vt:lpstr>
      <vt:lpstr>LINEAR E</vt:lpstr>
      <vt:lpstr>LINEAR F</vt:lpstr>
      <vt:lpstr>LINEAR G</vt:lpstr>
      <vt:lpstr>LINEAR H</vt:lpstr>
      <vt:lpstr>LINEAR I</vt:lpstr>
      <vt:lpstr>LINEAR J</vt:lpstr>
      <vt:lpstr>LINEAR K</vt:lpstr>
      <vt:lpstr>LINEAR N</vt:lpstr>
      <vt:lpstr>LINEAR P</vt:lpstr>
      <vt:lpstr>LINEAR Q</vt:lpstr>
      <vt:lpstr>PROPELLER</vt:lpstr>
      <vt:lpstr>STEP 5</vt:lpstr>
      <vt:lpstr>2 ON 1</vt:lpstr>
      <vt:lpstr>AGAINST</vt:lpstr>
      <vt:lpstr>AT WORK</vt:lpstr>
      <vt:lpstr>COUPLED HORIZ</vt:lpstr>
      <vt:lpstr>COUPLED VERT</vt:lpstr>
      <vt:lpstr>FOCUSED</vt:lpstr>
      <vt:lpstr>FORCES AT WORK</vt:lpstr>
      <vt:lpstr>PARALLEL</vt:lpstr>
      <vt:lpstr>SPLIT</vt:lpstr>
      <vt:lpstr>SURROUND</vt:lpstr>
      <vt:lpstr>TWISTED</vt:lpstr>
      <vt:lpstr>UP &amp; AWAY</vt:lpstr>
      <vt:lpstr>UP &amp; DOWN</vt:lpstr>
      <vt:lpstr>PENTAGON</vt:lpstr>
      <vt:lpstr>PRICE BENEFIT</vt:lpstr>
      <vt:lpstr>SMILE CHART</vt:lpstr>
      <vt:lpstr>STRAT GAMEBOARD</vt:lpstr>
      <vt:lpstr>STRAT MANAGE</vt:lpstr>
      <vt:lpstr>TREE PRODUCTIVITY</vt:lpstr>
      <vt:lpstr>VALUE CREATION</vt:lpstr>
      <vt:lpstr>GANTT10</vt:lpstr>
      <vt:lpstr>GANTT15</vt:lpstr>
      <vt:lpstr>LEFT TO RIGHT</vt:lpstr>
      <vt:lpstr>STUDY OBJECTIVE</vt:lpstr>
      <vt:lpstr>SCALE</vt:lpstr>
      <vt:lpstr>SCALES</vt:lpstr>
      <vt:lpstr>PowerPoint Presentation</vt:lpstr>
      <vt:lpstr>2X2 CUBED</vt:lpstr>
      <vt:lpstr>2X2 EXTENDED</vt:lpstr>
      <vt:lpstr>2X2 TOWER</vt:lpstr>
      <vt:lpstr>3X3</vt:lpstr>
      <vt:lpstr>3X3 EXTENDED</vt:lpstr>
      <vt:lpstr>DIFFRACTION</vt:lpstr>
      <vt:lpstr>FLOW DOWN</vt:lpstr>
      <vt:lpstr>PASS THROUGH</vt:lpstr>
      <vt:lpstr>LEVEL 03</vt:lpstr>
      <vt:lpstr>LEVEL 09</vt:lpstr>
      <vt:lpstr>LEVEL 04</vt:lpstr>
      <vt:lpstr>LEVEL INVERTED 04</vt:lpstr>
      <vt:lpstr>LEVEL INVERTED 02</vt:lpstr>
      <vt:lpstr>LEVEL INVERTED 03</vt:lpstr>
      <vt:lpstr>LEVEL INVERTED 09</vt:lpstr>
      <vt:lpstr>2 AROUND</vt:lpstr>
      <vt:lpstr>4 IN 1 SQUARE</vt:lpstr>
      <vt:lpstr>4 IN 1 TRI</vt:lpstr>
      <vt:lpstr>CROSS SECTION</vt:lpstr>
      <vt:lpstr>HONEYCOMB</vt:lpstr>
      <vt:lpstr>JOINT</vt:lpstr>
      <vt:lpstr>PYRAMID</vt:lpstr>
      <vt:lpstr>SIZES IN</vt:lpstr>
      <vt:lpstr>SPOTLIGHT</vt:lpstr>
      <vt:lpstr>VENN 2</vt:lpstr>
      <vt:lpstr>VENN 3</vt:lpstr>
      <vt:lpstr>SCATTER X &amp; Y</vt:lpstr>
      <vt:lpstr>RANGE HIGH LOW</vt:lpstr>
      <vt:lpstr>LEVEL 1</vt:lpstr>
      <vt:lpstr>LEVEL 3</vt:lpstr>
      <vt:lpstr>LEVEL 5</vt:lpstr>
      <vt:lpstr>FLOW 4</vt:lpstr>
      <vt:lpstr>FLOW 6 TITLE</vt:lpstr>
      <vt:lpstr>RING</vt:lpstr>
      <vt:lpstr>UPON 2</vt:lpstr>
      <vt:lpstr>RIBBON</vt:lpstr>
      <vt:lpstr>CONTINUOUS</vt:lpstr>
      <vt:lpstr>CUTOUT</vt:lpstr>
      <vt:lpstr>LINEAR A</vt:lpstr>
      <vt:lpstr>LINEAR B</vt:lpstr>
      <vt:lpstr>LINEAR C</vt:lpstr>
      <vt:lpstr>LINEAR D</vt:lpstr>
      <vt:lpstr>LINEAR E</vt:lpstr>
      <vt:lpstr>LINEAR F</vt:lpstr>
      <vt:lpstr>LINEAR G</vt:lpstr>
      <vt:lpstr>LINEAR H</vt:lpstr>
      <vt:lpstr>LINEAR I</vt:lpstr>
      <vt:lpstr>LINEAR J</vt:lpstr>
      <vt:lpstr>LINEAR K</vt:lpstr>
      <vt:lpstr>LINEAR N</vt:lpstr>
      <vt:lpstr>LINEAR P</vt:lpstr>
      <vt:lpstr>LINEAR Q</vt:lpstr>
      <vt:lpstr>PROPELLER</vt:lpstr>
      <vt:lpstr>STEP 5</vt:lpstr>
      <vt:lpstr>2 ON 1</vt:lpstr>
      <vt:lpstr>AGAINST</vt:lpstr>
      <vt:lpstr>AT WORK</vt:lpstr>
      <vt:lpstr>COUPLED HORIZ</vt:lpstr>
      <vt:lpstr>COUPLED VERT</vt:lpstr>
      <vt:lpstr>FOCUSED</vt:lpstr>
      <vt:lpstr>FORCES AT WORK</vt:lpstr>
      <vt:lpstr>PARALLEL</vt:lpstr>
      <vt:lpstr>SPLIT</vt:lpstr>
      <vt:lpstr>SURROUND</vt:lpstr>
      <vt:lpstr>TWISTED</vt:lpstr>
      <vt:lpstr>UP &amp; AWAY</vt:lpstr>
      <vt:lpstr>UP &amp; DOWN</vt:lpstr>
      <vt:lpstr>2S-5S</vt:lpstr>
      <vt:lpstr>3CS TRIANGLE</vt:lpstr>
      <vt:lpstr>3S-4S</vt:lpstr>
      <vt:lpstr>7S</vt:lpstr>
      <vt:lpstr>BUSS PORTFOLIO</vt:lpstr>
      <vt:lpstr>CHANGE BOARD</vt:lpstr>
      <vt:lpstr>DELTA P</vt:lpstr>
      <vt:lpstr>MACS</vt:lpstr>
      <vt:lpstr>MANUHFCTURING STRATEGY</vt:lpstr>
      <vt:lpstr>PENTAGON</vt:lpstr>
      <vt:lpstr>PRICE BENEFIT</vt:lpstr>
      <vt:lpstr>STRAT GAMEBOARD</vt:lpstr>
      <vt:lpstr>STRAT MANAGE</vt:lpstr>
      <vt:lpstr>VALUE CREATION</vt:lpstr>
      <vt:lpstr>VALUE SOURCES</vt:lpstr>
      <vt:lpstr>SCALES</vt:lpstr>
      <vt:lpstr>DIFFRACTION</vt:lpstr>
      <vt:lpstr>FLOW DOWN</vt:lpstr>
      <vt:lpstr>PASS THROUGH</vt:lpstr>
      <vt:lpstr>4 BOX 3D</vt:lpstr>
      <vt:lpstr>BOUNCE</vt:lpstr>
      <vt:lpstr>PUZZLE</vt:lpstr>
      <vt:lpstr>SEESAW</vt:lpstr>
      <vt:lpstr>DECISIONS</vt:lpstr>
      <vt:lpstr>LOOPS</vt:lpstr>
      <vt:lpstr>ROLLERS</vt:lpstr>
      <vt:lpstr>WAY THRU</vt:lpstr>
      <vt:lpstr>CROSS SECTION</vt:lpstr>
      <vt:lpstr>2 AROUND</vt:lpstr>
      <vt:lpstr>4 IN 1 SQUARE</vt:lpstr>
      <vt:lpstr>4 IN 1 TRI</vt:lpstr>
      <vt:lpstr>CROSS SECTION</vt:lpstr>
      <vt:lpstr>HONEYCOMB</vt:lpstr>
      <vt:lpstr>JOINT</vt:lpstr>
      <vt:lpstr>PYRAMID</vt:lpstr>
      <vt:lpstr>SIZES IN</vt:lpstr>
      <vt:lpstr>RANGE HIGH LOW</vt:lpstr>
      <vt:lpstr>Useful Objects</vt:lpstr>
      <vt:lpstr>STICKER AND OTHERS </vt:lpstr>
      <vt:lpstr>USEFUL OBJECTS </vt:lpstr>
      <vt:lpstr>USEFUL OBJECTS </vt:lpstr>
      <vt:lpstr>USEFUL OBJECTS </vt:lpstr>
      <vt:lpstr>PowerPoint Presentation</vt:lpstr>
      <vt:lpstr>PowerPoint Presentation</vt:lpstr>
      <vt:lpstr>PowerPoint Presentation</vt:lpstr>
      <vt:lpstr>PowerPoint Presentation</vt:lpstr>
      <vt:lpstr>Management tasks for company-wide and BU level Establishing task priorities and action plan Providing methodologies for strategy establishment</vt:lpstr>
      <vt:lpstr>PowerPoint Presentation</vt:lpstr>
      <vt:lpstr>PowerPoint Presentation</vt:lpstr>
      <vt:lpstr>PROCESS GOING FORWARD FOR K2 DEAL</vt:lpstr>
      <vt:lpstr>New business opportunity</vt:lpstr>
      <vt:lpstr>EVALUATION OF CANDIDATES FOR MEGA-MERGER</vt:lpstr>
      <vt:lpstr>STRONG CEO BENCH를 위한 주요 구성요소 – BEST PRACTICE</vt:lpstr>
      <vt:lpstr>PowerPoint Presentation</vt:lpstr>
      <vt:lpstr>PowerPoint Presentation</vt:lpstr>
      <vt:lpstr>SUMMARY OF CRM ACTIVITIES TO DATE</vt:lpstr>
      <vt:lpstr>Text</vt:lpstr>
      <vt:lpstr>PowerPoint Presentation</vt:lpstr>
      <vt:lpstr>PowerPoint Presentation</vt:lpstr>
      <vt:lpstr>PowerPoint Presentation</vt:lpstr>
      <vt:lpstr>PowerPoint Presentation</vt:lpstr>
      <vt:lpstr>MAPS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Before you begin</dc:title>
  <dc:creator>Paul Perera</dc:creator>
  <cp:keywords>HyFlux</cp:keywords>
  <dc:description>Version 1.07
Job 1437
August 22, 2016</dc:description>
  <cp:revision>1</cp:revision>
  <dcterms:created xsi:type="dcterms:W3CDTF">2023-08-22T11:27:19Z</dcterms:created>
  <dcterms:modified xsi:type="dcterms:W3CDTF">2025-07-22T07:07:17Z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0x010100702C5F853618CD4BB482229A4F71B53E</vt:lpwstr>
  </property>
  <property fmtid="{D5CDD505-2E9C-101B-9397-08002B2CF9AE}" pid="3" name="MediaServiceImageTags">
    <vt:lpwstr/>
  </property>
</Properties>
</file>